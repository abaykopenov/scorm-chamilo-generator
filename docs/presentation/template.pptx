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6858000" cy="9144000"/>
  <p:embeddedFontLst>
    <p:embeddedFont>
      <p:font typeface="Quattrocento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ic9DSgkJ58glRZPVP0NaQtNfHx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D6BDA45-E7E4-4DCE-B36C-DCDEA03054B0}">
  <a:tblStyle styleId="{9D6BDA45-E7E4-4DCE-B36C-DCDEA03054B0}"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QuattrocentoSans-boldItalic.fntdata"/><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QuattrocentoSans-regular.fntdata"/><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QuattrocentoSans-italic.fntdata"/><Relationship Id="rId6" Type="http://schemas.openxmlformats.org/officeDocument/2006/relationships/notesMaster" Target="notesMasters/notesMaster1.xml"/><Relationship Id="rId18" Type="http://schemas.openxmlformats.org/officeDocument/2006/relationships/font" Target="fonts/QuattrocentoSans-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ru-KZ"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a42daebaef_0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g1a42daebaef_0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g1a42daebaef_0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ru-KZ"/>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cd7c830c60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cd7c830c60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3cd7c830c60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ru-KZ"/>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ru-KZ"/>
              <a:t>And for clarity, I will demonstrate where this module will be integrated.</a:t>
            </a:r>
            <a:endParaRPr/>
          </a:p>
        </p:txBody>
      </p:sp>
      <p:sp>
        <p:nvSpPr>
          <p:cNvPr id="223" name="Google Shape;2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a42daebaef_0_4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1a42daebaef_0_4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F3F3F"/>
              </a:buClr>
              <a:buSzPts val="1200"/>
              <a:buFont typeface="Calibri"/>
              <a:buNone/>
            </a:pPr>
            <a:r>
              <a:rPr lang="ru-KZ" sz="1200">
                <a:solidFill>
                  <a:srgbClr val="3F3F3F"/>
                </a:solidFill>
              </a:rPr>
              <a:t>Using a tool like Transcribe Call Analytics allows you to quickly extract useful information from conversations with customers, which improves customer interaction and increases agent productivity.</a:t>
            </a:r>
            <a:endParaRPr sz="1200">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sz="1200">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rPr lang="ru-KZ" sz="1200">
                <a:latin typeface="Calibri"/>
                <a:ea typeface="Calibri"/>
                <a:cs typeface="Calibri"/>
                <a:sym typeface="Calibri"/>
              </a:rPr>
              <a:t>Transcribe service also allows you to record meetings and conversations using the digital recording function, increasing productivity, availability and optimizing important notes.</a:t>
            </a:r>
            <a:endParaRPr sz="1100">
              <a:solidFill>
                <a:srgbClr val="3F3F3F"/>
              </a:solidFill>
            </a:endParaRPr>
          </a:p>
          <a:p>
            <a:pPr indent="0" lvl="0" marL="0" rtl="0" algn="l">
              <a:lnSpc>
                <a:spcPct val="100000"/>
              </a:lnSpc>
              <a:spcBef>
                <a:spcPts val="0"/>
              </a:spcBef>
              <a:spcAft>
                <a:spcPts val="0"/>
              </a:spcAft>
              <a:buSzPts val="1400"/>
              <a:buNone/>
            </a:pPr>
            <a:r>
              <a:t/>
            </a:r>
            <a:endParaRPr/>
          </a:p>
          <a:p>
            <a:pPr indent="0" lvl="0" marL="0" marR="0" rtl="0" algn="l">
              <a:lnSpc>
                <a:spcPct val="100000"/>
              </a:lnSpc>
              <a:spcBef>
                <a:spcPts val="0"/>
              </a:spcBef>
              <a:spcAft>
                <a:spcPts val="0"/>
              </a:spcAft>
              <a:buClr>
                <a:schemeClr val="dk1"/>
              </a:buClr>
              <a:buSzPts val="1200"/>
              <a:buFont typeface="Calibri"/>
              <a:buNone/>
            </a:pPr>
            <a:r>
              <a:rPr lang="ru-KZ" sz="1200">
                <a:latin typeface="Calibri"/>
                <a:ea typeface="Calibri"/>
                <a:cs typeface="Calibri"/>
                <a:sym typeface="Calibri"/>
              </a:rPr>
              <a:t>speech recognition provides information about people's accents and vocabulary by interpreting age, location, and other important demographic data. </a:t>
            </a:r>
            <a:endParaRPr sz="1100">
              <a:solidFill>
                <a:srgbClr val="3F3F3F"/>
              </a:solidFill>
            </a:endParaRPr>
          </a:p>
          <a:p>
            <a:pPr indent="0" lvl="0" marL="0" rtl="0" algn="l">
              <a:lnSpc>
                <a:spcPct val="100000"/>
              </a:lnSpc>
              <a:spcBef>
                <a:spcPts val="0"/>
              </a:spcBef>
              <a:spcAft>
                <a:spcPts val="0"/>
              </a:spcAft>
              <a:buSzPts val="1400"/>
              <a:buNone/>
            </a:pPr>
            <a:r>
              <a:t/>
            </a:r>
            <a:endParaRPr/>
          </a:p>
          <a:p>
            <a:pPr indent="0" lvl="0" marL="0" marR="0" rtl="0" algn="l">
              <a:lnSpc>
                <a:spcPct val="100000"/>
              </a:lnSpc>
              <a:spcBef>
                <a:spcPts val="0"/>
              </a:spcBef>
              <a:spcAft>
                <a:spcPts val="0"/>
              </a:spcAft>
              <a:buClr>
                <a:schemeClr val="dk1"/>
              </a:buClr>
              <a:buSzPts val="1200"/>
              <a:buFont typeface="Calibri"/>
              <a:buNone/>
            </a:pPr>
            <a:r>
              <a:rPr lang="ru-KZ" sz="1200">
                <a:latin typeface="Calibri"/>
                <a:ea typeface="Calibri"/>
                <a:cs typeface="Calibri"/>
                <a:sym typeface="Calibri"/>
              </a:rPr>
              <a:t>Speech is the most natural way to communicate with a person. If the interaction of people and machines is carried out through voice, then this becomes a modern trend.</a:t>
            </a:r>
            <a:endParaRPr/>
          </a:p>
          <a:p>
            <a:pPr indent="0" lvl="0" marL="0" rtl="0" algn="l">
              <a:lnSpc>
                <a:spcPct val="100000"/>
              </a:lnSpc>
              <a:spcBef>
                <a:spcPts val="0"/>
              </a:spcBef>
              <a:spcAft>
                <a:spcPts val="0"/>
              </a:spcAft>
              <a:buSzPts val="1400"/>
              <a:buNone/>
            </a:pPr>
            <a:r>
              <a:t/>
            </a:r>
            <a:endParaRPr/>
          </a:p>
        </p:txBody>
      </p:sp>
      <p:sp>
        <p:nvSpPr>
          <p:cNvPr id="256" name="Google Shape;256;g1a42daebaef_0_4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ru-KZ"/>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a42daebaef_0_5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g1a42daebaef_0_5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a42daebaef_0_6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g1a42daebaef_0_6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g1a42daebaef_0_6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ru-KZ"/>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2" name="Google Shape;33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cd7c830c60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cd7c830c60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g3cd7c830c60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ru-KZ"/>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a42daebaef_0_6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1a42daebaef_0_6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g1a42daebaef_0_6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ru-KZ"/>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15" name="Shape 15"/>
        <p:cNvGrpSpPr/>
        <p:nvPr/>
      </p:nvGrpSpPr>
      <p:grpSpPr>
        <a:xfrm>
          <a:off x="0" y="0"/>
          <a:ext cx="0" cy="0"/>
          <a:chOff x="0" y="0"/>
          <a:chExt cx="0" cy="0"/>
        </a:xfrm>
      </p:grpSpPr>
      <p:sp>
        <p:nvSpPr>
          <p:cNvPr id="16" name="Google Shape;16;p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KZ"/>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s slide layout" showMasterSp="0">
  <p:cSld name="2_Contents slide layout">
    <p:spTree>
      <p:nvGrpSpPr>
        <p:cNvPr id="21" name="Shape 2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22" name="Shape 22"/>
        <p:cNvGrpSpPr/>
        <p:nvPr/>
      </p:nvGrpSpPr>
      <p:grpSpPr>
        <a:xfrm>
          <a:off x="0" y="0"/>
          <a:ext cx="0" cy="0"/>
          <a:chOff x="0" y="0"/>
          <a:chExt cx="0" cy="0"/>
        </a:xfrm>
      </p:grpSpPr>
      <p:sp>
        <p:nvSpPr>
          <p:cNvPr id="23" name="Google Shape;2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KZ"/>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28" name="Shape 28"/>
        <p:cNvGrpSpPr/>
        <p:nvPr/>
      </p:nvGrpSpPr>
      <p:grpSpPr>
        <a:xfrm>
          <a:off x="0" y="0"/>
          <a:ext cx="0" cy="0"/>
          <a:chOff x="0" y="0"/>
          <a:chExt cx="0" cy="0"/>
        </a:xfrm>
      </p:grpSpPr>
      <p:sp>
        <p:nvSpPr>
          <p:cNvPr id="29" name="Google Shape;29;p1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KZ"/>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34" name="Shape 34"/>
        <p:cNvGrpSpPr/>
        <p:nvPr/>
      </p:nvGrpSpPr>
      <p:grpSpPr>
        <a:xfrm>
          <a:off x="0" y="0"/>
          <a:ext cx="0" cy="0"/>
          <a:chOff x="0" y="0"/>
          <a:chExt cx="0" cy="0"/>
        </a:xfrm>
      </p:grpSpPr>
      <p:sp>
        <p:nvSpPr>
          <p:cNvPr id="35" name="Google Shape;35;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KZ"/>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41" name="Shape 41"/>
        <p:cNvGrpSpPr/>
        <p:nvPr/>
      </p:nvGrpSpPr>
      <p:grpSpPr>
        <a:xfrm>
          <a:off x="0" y="0"/>
          <a:ext cx="0" cy="0"/>
          <a:chOff x="0" y="0"/>
          <a:chExt cx="0" cy="0"/>
        </a:xfrm>
      </p:grpSpPr>
      <p:sp>
        <p:nvSpPr>
          <p:cNvPr id="42" name="Google Shape;42;p1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KZ"/>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50" name="Shape 50"/>
        <p:cNvGrpSpPr/>
        <p:nvPr/>
      </p:nvGrpSpPr>
      <p:grpSpPr>
        <a:xfrm>
          <a:off x="0" y="0"/>
          <a:ext cx="0" cy="0"/>
          <a:chOff x="0" y="0"/>
          <a:chExt cx="0" cy="0"/>
        </a:xfrm>
      </p:grpSpPr>
      <p:sp>
        <p:nvSpPr>
          <p:cNvPr id="51" name="Google Shape;51;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KZ"/>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55" name="Shape 55"/>
        <p:cNvGrpSpPr/>
        <p:nvPr/>
      </p:nvGrpSpPr>
      <p:grpSpPr>
        <a:xfrm>
          <a:off x="0" y="0"/>
          <a:ext cx="0" cy="0"/>
          <a:chOff x="0" y="0"/>
          <a:chExt cx="0" cy="0"/>
        </a:xfrm>
      </p:grpSpPr>
      <p:sp>
        <p:nvSpPr>
          <p:cNvPr id="56" name="Google Shape;56;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KZ"/>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59" name="Shape 59"/>
        <p:cNvGrpSpPr/>
        <p:nvPr/>
      </p:nvGrpSpPr>
      <p:grpSpPr>
        <a:xfrm>
          <a:off x="0" y="0"/>
          <a:ext cx="0" cy="0"/>
          <a:chOff x="0" y="0"/>
          <a:chExt cx="0" cy="0"/>
        </a:xfrm>
      </p:grpSpPr>
      <p:sp>
        <p:nvSpPr>
          <p:cNvPr id="60" name="Google Shape;60;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1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KZ"/>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66" name="Shape 66"/>
        <p:cNvGrpSpPr/>
        <p:nvPr/>
      </p:nvGrpSpPr>
      <p:grpSpPr>
        <a:xfrm>
          <a:off x="0" y="0"/>
          <a:ext cx="0" cy="0"/>
          <a:chOff x="0" y="0"/>
          <a:chExt cx="0" cy="0"/>
        </a:xfrm>
      </p:grpSpPr>
      <p:sp>
        <p:nvSpPr>
          <p:cNvPr id="67" name="Google Shape;67;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7"/>
          <p:cNvSpPr/>
          <p:nvPr>
            <p:ph idx="2" type="pic"/>
          </p:nvPr>
        </p:nvSpPr>
        <p:spPr>
          <a:xfrm>
            <a:off x="5183188" y="987425"/>
            <a:ext cx="6172200" cy="4873625"/>
          </a:xfrm>
          <a:prstGeom prst="rect">
            <a:avLst/>
          </a:prstGeom>
          <a:noFill/>
          <a:ln>
            <a:noFill/>
          </a:ln>
        </p:spPr>
      </p:sp>
      <p:sp>
        <p:nvSpPr>
          <p:cNvPr id="69" name="Google Shape;69;p1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KZ"/>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73" name="Shape 73"/>
        <p:cNvGrpSpPr/>
        <p:nvPr/>
      </p:nvGrpSpPr>
      <p:grpSpPr>
        <a:xfrm>
          <a:off x="0" y="0"/>
          <a:ext cx="0" cy="0"/>
          <a:chOff x="0" y="0"/>
          <a:chExt cx="0" cy="0"/>
        </a:xfrm>
      </p:grpSpPr>
      <p:sp>
        <p:nvSpPr>
          <p:cNvPr id="74" name="Google Shape;74;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KZ"/>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79" name="Shape 79"/>
        <p:cNvGrpSpPr/>
        <p:nvPr/>
      </p:nvGrpSpPr>
      <p:grpSpPr>
        <a:xfrm>
          <a:off x="0" y="0"/>
          <a:ext cx="0" cy="0"/>
          <a:chOff x="0" y="0"/>
          <a:chExt cx="0" cy="0"/>
        </a:xfrm>
      </p:grpSpPr>
      <p:sp>
        <p:nvSpPr>
          <p:cNvPr id="80" name="Google Shape;80;p1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KZ"/>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s slide layout" showMasterSp="0">
  <p:cSld name="2_Contents slide layout">
    <p:spTree>
      <p:nvGrpSpPr>
        <p:cNvPr id="86" name="Shape 8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Layout">
  <p:cSld name="Agenda Layout">
    <p:bg>
      <p:bgPr>
        <a:solidFill>
          <a:schemeClr val="lt1"/>
        </a:solidFill>
      </p:bgPr>
    </p:bg>
    <p:spTree>
      <p:nvGrpSpPr>
        <p:cNvPr id="87" name="Shape 87"/>
        <p:cNvGrpSpPr/>
        <p:nvPr/>
      </p:nvGrpSpPr>
      <p:grpSpPr>
        <a:xfrm>
          <a:off x="0" y="0"/>
          <a:ext cx="0" cy="0"/>
          <a:chOff x="0" y="0"/>
          <a:chExt cx="0" cy="0"/>
        </a:xfrm>
      </p:grpSpPr>
      <p:pic>
        <p:nvPicPr>
          <p:cNvPr descr="G:\002-KIMS BUSINESS\007-02-Googleslidesppt\02-GSppt-Contents-Kim\20170429\07-\item02.png" id="88" name="Google Shape;88;g1a42daebaef_0_440"/>
          <p:cNvPicPr preferRelativeResize="0"/>
          <p:nvPr/>
        </p:nvPicPr>
        <p:blipFill rotWithShape="1">
          <a:blip r:embed="rId2">
            <a:alphaModFix/>
          </a:blip>
          <a:srcRect b="0" l="0" r="0" t="0"/>
          <a:stretch/>
        </p:blipFill>
        <p:spPr>
          <a:xfrm>
            <a:off x="527381" y="2170883"/>
            <a:ext cx="3370352" cy="337035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layout" showMasterSp="0">
  <p:cSld name="Contents slide layout">
    <p:spTree>
      <p:nvGrpSpPr>
        <p:cNvPr id="89" name="Shape 89"/>
        <p:cNvGrpSpPr/>
        <p:nvPr/>
      </p:nvGrpSpPr>
      <p:grpSpPr>
        <a:xfrm>
          <a:off x="0" y="0"/>
          <a:ext cx="0" cy="0"/>
          <a:chOff x="0" y="0"/>
          <a:chExt cx="0" cy="0"/>
        </a:xfrm>
      </p:grpSpPr>
      <p:sp>
        <p:nvSpPr>
          <p:cNvPr id="90" name="Google Shape;90;g1a42daebaef_0_442"/>
          <p:cNvSpPr txBox="1"/>
          <p:nvPr>
            <p:ph idx="1" type="body"/>
          </p:nvPr>
        </p:nvSpPr>
        <p:spPr>
          <a:xfrm>
            <a:off x="642026" y="504885"/>
            <a:ext cx="11254800" cy="724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grpSp>
        <p:nvGrpSpPr>
          <p:cNvPr id="91" name="Google Shape;91;g1a42daebaef_0_442"/>
          <p:cNvGrpSpPr/>
          <p:nvPr/>
        </p:nvGrpSpPr>
        <p:grpSpPr>
          <a:xfrm>
            <a:off x="321262" y="44641"/>
            <a:ext cx="11613206" cy="1219121"/>
            <a:chOff x="321262" y="44641"/>
            <a:chExt cx="11613206" cy="1219121"/>
          </a:xfrm>
        </p:grpSpPr>
        <p:sp>
          <p:nvSpPr>
            <p:cNvPr id="92" name="Google Shape;92;g1a42daebaef_0_442"/>
            <p:cNvSpPr/>
            <p:nvPr/>
          </p:nvSpPr>
          <p:spPr>
            <a:xfrm>
              <a:off x="321468" y="1163862"/>
              <a:ext cx="11613000" cy="99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3" name="Google Shape;93;g1a42daebaef_0_442"/>
            <p:cNvSpPr/>
            <p:nvPr/>
          </p:nvSpPr>
          <p:spPr>
            <a:xfrm>
              <a:off x="321468" y="492850"/>
              <a:ext cx="102000" cy="731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4" name="Google Shape;94;g1a42daebaef_0_442"/>
            <p:cNvSpPr/>
            <p:nvPr/>
          </p:nvSpPr>
          <p:spPr>
            <a:xfrm>
              <a:off x="1234409" y="492850"/>
              <a:ext cx="102000" cy="161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 name="Google Shape;95;g1a42daebaef_0_442"/>
            <p:cNvSpPr/>
            <p:nvPr/>
          </p:nvSpPr>
          <p:spPr>
            <a:xfrm rot="2878516">
              <a:off x="557792" y="-30172"/>
              <a:ext cx="102173" cy="68227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6" name="Google Shape;96;g1a42daebaef_0_442"/>
            <p:cNvSpPr/>
            <p:nvPr/>
          </p:nvSpPr>
          <p:spPr>
            <a:xfrm flipH="1" rot="-2878516">
              <a:off x="997940" y="-30172"/>
              <a:ext cx="102173" cy="68227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 slide layout" showMasterSp="0">
  <p:cSld name="3_Agenda slide layout">
    <p:spTree>
      <p:nvGrpSpPr>
        <p:cNvPr id="97" name="Shape 97"/>
        <p:cNvGrpSpPr/>
        <p:nvPr/>
      </p:nvGrpSpPr>
      <p:grpSpPr>
        <a:xfrm>
          <a:off x="0" y="0"/>
          <a:ext cx="0" cy="0"/>
          <a:chOff x="0" y="0"/>
          <a:chExt cx="0" cy="0"/>
        </a:xfrm>
      </p:grpSpPr>
      <p:sp>
        <p:nvSpPr>
          <p:cNvPr id="98" name="Google Shape;98;g1a42daebaef_0_450"/>
          <p:cNvSpPr/>
          <p:nvPr/>
        </p:nvSpPr>
        <p:spPr>
          <a:xfrm>
            <a:off x="-18250" y="5415735"/>
            <a:ext cx="12210300" cy="1442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aam slide layout" showMasterSp="0">
  <p:cSld name="4_Taam slide layout">
    <p:spTree>
      <p:nvGrpSpPr>
        <p:cNvPr id="99" name="Shape 99"/>
        <p:cNvGrpSpPr/>
        <p:nvPr/>
      </p:nvGrpSpPr>
      <p:grpSpPr>
        <a:xfrm>
          <a:off x="0" y="0"/>
          <a:ext cx="0" cy="0"/>
          <a:chOff x="0" y="0"/>
          <a:chExt cx="0" cy="0"/>
        </a:xfrm>
      </p:grpSpPr>
      <p:sp>
        <p:nvSpPr>
          <p:cNvPr id="100" name="Google Shape;100;g1a42daebaef_0_452"/>
          <p:cNvSpPr txBox="1"/>
          <p:nvPr>
            <p:ph idx="1" type="body"/>
          </p:nvPr>
        </p:nvSpPr>
        <p:spPr>
          <a:xfrm>
            <a:off x="642026" y="504885"/>
            <a:ext cx="11254800" cy="724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grpSp>
        <p:nvGrpSpPr>
          <p:cNvPr id="101" name="Google Shape;101;g1a42daebaef_0_452"/>
          <p:cNvGrpSpPr/>
          <p:nvPr/>
        </p:nvGrpSpPr>
        <p:grpSpPr>
          <a:xfrm>
            <a:off x="321262" y="44641"/>
            <a:ext cx="11613206" cy="1219121"/>
            <a:chOff x="321262" y="44641"/>
            <a:chExt cx="11613206" cy="1219121"/>
          </a:xfrm>
        </p:grpSpPr>
        <p:sp>
          <p:nvSpPr>
            <p:cNvPr id="102" name="Google Shape;102;g1a42daebaef_0_452"/>
            <p:cNvSpPr/>
            <p:nvPr/>
          </p:nvSpPr>
          <p:spPr>
            <a:xfrm>
              <a:off x="321468" y="1163862"/>
              <a:ext cx="11613000" cy="99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 name="Google Shape;103;g1a42daebaef_0_452"/>
            <p:cNvSpPr/>
            <p:nvPr/>
          </p:nvSpPr>
          <p:spPr>
            <a:xfrm>
              <a:off x="321468" y="492850"/>
              <a:ext cx="102000" cy="731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4" name="Google Shape;104;g1a42daebaef_0_452"/>
            <p:cNvSpPr/>
            <p:nvPr/>
          </p:nvSpPr>
          <p:spPr>
            <a:xfrm>
              <a:off x="1234409" y="492850"/>
              <a:ext cx="102000" cy="161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5" name="Google Shape;105;g1a42daebaef_0_452"/>
            <p:cNvSpPr/>
            <p:nvPr/>
          </p:nvSpPr>
          <p:spPr>
            <a:xfrm rot="2878516">
              <a:off x="557792" y="-30172"/>
              <a:ext cx="102173" cy="68227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 name="Google Shape;106;g1a42daebaef_0_452"/>
            <p:cNvSpPr/>
            <p:nvPr/>
          </p:nvSpPr>
          <p:spPr>
            <a:xfrm flipH="1" rot="-2878516">
              <a:off x="997940" y="-30172"/>
              <a:ext cx="102173" cy="68227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07" name="Google Shape;107;g1a42daebaef_0_452"/>
          <p:cNvSpPr/>
          <p:nvPr>
            <p:ph idx="2" type="pic"/>
          </p:nvPr>
        </p:nvSpPr>
        <p:spPr>
          <a:xfrm>
            <a:off x="0" y="2037162"/>
            <a:ext cx="2340000" cy="2087700"/>
          </a:xfrm>
          <a:prstGeom prst="rect">
            <a:avLst/>
          </a:prstGeom>
          <a:solidFill>
            <a:srgbClr val="F2F2F2"/>
          </a:solidFill>
          <a:ln>
            <a:noFill/>
          </a:ln>
        </p:spPr>
      </p:sp>
      <p:sp>
        <p:nvSpPr>
          <p:cNvPr id="108" name="Google Shape;108;g1a42daebaef_0_452"/>
          <p:cNvSpPr/>
          <p:nvPr/>
        </p:nvSpPr>
        <p:spPr>
          <a:xfrm>
            <a:off x="2334922" y="2037162"/>
            <a:ext cx="3763500" cy="20883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9" name="Google Shape;109;g1a42daebaef_0_452"/>
          <p:cNvSpPr/>
          <p:nvPr>
            <p:ph idx="3" type="pic"/>
          </p:nvPr>
        </p:nvSpPr>
        <p:spPr>
          <a:xfrm>
            <a:off x="6093461" y="2037162"/>
            <a:ext cx="2340000" cy="2087700"/>
          </a:xfrm>
          <a:prstGeom prst="rect">
            <a:avLst/>
          </a:prstGeom>
          <a:solidFill>
            <a:srgbClr val="F2F2F2"/>
          </a:solidFill>
          <a:ln>
            <a:noFill/>
          </a:ln>
        </p:spPr>
      </p:sp>
      <p:sp>
        <p:nvSpPr>
          <p:cNvPr id="110" name="Google Shape;110;g1a42daebaef_0_452"/>
          <p:cNvSpPr/>
          <p:nvPr/>
        </p:nvSpPr>
        <p:spPr>
          <a:xfrm>
            <a:off x="8428382" y="2037162"/>
            <a:ext cx="3763500" cy="20883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1" name="Google Shape;111;g1a42daebaef_0_452"/>
          <p:cNvSpPr/>
          <p:nvPr>
            <p:ph idx="4" type="pic"/>
          </p:nvPr>
        </p:nvSpPr>
        <p:spPr>
          <a:xfrm>
            <a:off x="9852000" y="4120284"/>
            <a:ext cx="2340000" cy="2087700"/>
          </a:xfrm>
          <a:prstGeom prst="rect">
            <a:avLst/>
          </a:prstGeom>
          <a:solidFill>
            <a:srgbClr val="F2F2F2"/>
          </a:solidFill>
          <a:ln>
            <a:noFill/>
          </a:ln>
        </p:spPr>
      </p:sp>
      <p:sp>
        <p:nvSpPr>
          <p:cNvPr id="112" name="Google Shape;112;g1a42daebaef_0_452"/>
          <p:cNvSpPr/>
          <p:nvPr/>
        </p:nvSpPr>
        <p:spPr>
          <a:xfrm>
            <a:off x="6093462" y="4128349"/>
            <a:ext cx="3763500" cy="20883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 name="Google Shape;113;g1a42daebaef_0_452"/>
          <p:cNvSpPr/>
          <p:nvPr>
            <p:ph idx="5" type="pic"/>
          </p:nvPr>
        </p:nvSpPr>
        <p:spPr>
          <a:xfrm>
            <a:off x="3758540" y="4128993"/>
            <a:ext cx="2340000" cy="2087700"/>
          </a:xfrm>
          <a:prstGeom prst="rect">
            <a:avLst/>
          </a:prstGeom>
          <a:solidFill>
            <a:srgbClr val="F2F2F2"/>
          </a:solidFill>
          <a:ln>
            <a:noFill/>
          </a:ln>
        </p:spPr>
      </p:sp>
      <p:sp>
        <p:nvSpPr>
          <p:cNvPr id="114" name="Google Shape;114;g1a42daebaef_0_452"/>
          <p:cNvSpPr/>
          <p:nvPr/>
        </p:nvSpPr>
        <p:spPr>
          <a:xfrm>
            <a:off x="1" y="4128349"/>
            <a:ext cx="3763500" cy="20883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ontents slide layout" showMasterSp="0">
  <p:cSld name="5_Contents slide layout">
    <p:spTree>
      <p:nvGrpSpPr>
        <p:cNvPr id="115" name="Shape 115"/>
        <p:cNvGrpSpPr/>
        <p:nvPr/>
      </p:nvGrpSpPr>
      <p:grpSpPr>
        <a:xfrm>
          <a:off x="0" y="0"/>
          <a:ext cx="0" cy="0"/>
          <a:chOff x="0" y="0"/>
          <a:chExt cx="0" cy="0"/>
        </a:xfrm>
      </p:grpSpPr>
      <p:sp>
        <p:nvSpPr>
          <p:cNvPr id="116" name="Google Shape;116;g1a42daebaef_0_468"/>
          <p:cNvSpPr/>
          <p:nvPr>
            <p:ph idx="2" type="pic"/>
          </p:nvPr>
        </p:nvSpPr>
        <p:spPr>
          <a:xfrm>
            <a:off x="4319757" y="-1"/>
            <a:ext cx="6581100" cy="5001300"/>
          </a:xfrm>
          <a:prstGeom prst="rect">
            <a:avLst/>
          </a:prstGeom>
          <a:solidFill>
            <a:srgbClr val="F2F2F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s slide layout" showMasterSp="0">
  <p:cSld name="6_Contents slide layout">
    <p:spTree>
      <p:nvGrpSpPr>
        <p:cNvPr id="117" name="Shape 117"/>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ontents slide layout" showMasterSp="0">
  <p:cSld name="7_Contents slide layout">
    <p:spTree>
      <p:nvGrpSpPr>
        <p:cNvPr id="118" name="Shape 118"/>
        <p:cNvGrpSpPr/>
        <p:nvPr/>
      </p:nvGrpSpPr>
      <p:grpSpPr>
        <a:xfrm>
          <a:off x="0" y="0"/>
          <a:ext cx="0" cy="0"/>
          <a:chOff x="0" y="0"/>
          <a:chExt cx="0" cy="0"/>
        </a:xfrm>
      </p:grpSpPr>
      <p:sp>
        <p:nvSpPr>
          <p:cNvPr id="119" name="Google Shape;119;g1a42daebaef_0_471"/>
          <p:cNvSpPr/>
          <p:nvPr>
            <p:ph idx="2" type="pic"/>
          </p:nvPr>
        </p:nvSpPr>
        <p:spPr>
          <a:xfrm>
            <a:off x="-1" y="0"/>
            <a:ext cx="12192000" cy="6858000"/>
          </a:xfrm>
          <a:prstGeom prst="rect">
            <a:avLst/>
          </a:prstGeom>
          <a:solidFill>
            <a:srgbClr val="F2F2F2"/>
          </a:solidFill>
          <a:ln cap="flat" cmpd="sng" w="12700">
            <a:solidFill>
              <a:srgbClr val="7F7F7F"/>
            </a:solidFill>
            <a:prstDash val="solid"/>
            <a:round/>
            <a:headEnd len="sm" w="sm" type="none"/>
            <a:tailEnd len="sm" w="sm" type="none"/>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ontents slide layout" showMasterSp="0">
  <p:cSld name="8_Contents slide layout">
    <p:spTree>
      <p:nvGrpSpPr>
        <p:cNvPr id="120" name="Shape 120"/>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ontents slide layout" showMasterSp="0">
  <p:cSld name="10_Contents slide layout">
    <p:spTree>
      <p:nvGrpSpPr>
        <p:cNvPr id="121" name="Shape 121"/>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ontents slide layout" showMasterSp="0">
  <p:cSld name="11_Contents slide layout">
    <p:spTree>
      <p:nvGrpSpPr>
        <p:cNvPr id="122" name="Shape 122"/>
        <p:cNvGrpSpPr/>
        <p:nvPr/>
      </p:nvGrpSpPr>
      <p:grpSpPr>
        <a:xfrm>
          <a:off x="0" y="0"/>
          <a:ext cx="0" cy="0"/>
          <a:chOff x="0" y="0"/>
          <a:chExt cx="0" cy="0"/>
        </a:xfrm>
      </p:grpSpPr>
      <p:sp>
        <p:nvSpPr>
          <p:cNvPr id="123" name="Google Shape;123;g1a42daebaef_0_475"/>
          <p:cNvSpPr/>
          <p:nvPr>
            <p:ph idx="2" type="pic"/>
          </p:nvPr>
        </p:nvSpPr>
        <p:spPr>
          <a:xfrm>
            <a:off x="646094" y="1"/>
            <a:ext cx="3900900" cy="1650000"/>
          </a:xfrm>
          <a:prstGeom prst="rect">
            <a:avLst/>
          </a:prstGeom>
          <a:solidFill>
            <a:srgbClr val="F2F2F2"/>
          </a:solidFill>
          <a:ln>
            <a:noFill/>
          </a:ln>
        </p:spPr>
      </p:sp>
      <p:sp>
        <p:nvSpPr>
          <p:cNvPr id="124" name="Google Shape;124;g1a42daebaef_0_475"/>
          <p:cNvSpPr/>
          <p:nvPr>
            <p:ph idx="3" type="pic"/>
          </p:nvPr>
        </p:nvSpPr>
        <p:spPr>
          <a:xfrm>
            <a:off x="646094" y="5208103"/>
            <a:ext cx="3900900" cy="1650000"/>
          </a:xfrm>
          <a:prstGeom prst="rect">
            <a:avLst/>
          </a:prstGeom>
          <a:solidFill>
            <a:srgbClr val="F2F2F2"/>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ontents slide layout" showMasterSp="0">
  <p:cSld name="12_Contents slide layout">
    <p:spTree>
      <p:nvGrpSpPr>
        <p:cNvPr id="125" name="Shape 125"/>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ontents slide layout" showMasterSp="0">
  <p:cSld name="13_Contents slide layout">
    <p:spTree>
      <p:nvGrpSpPr>
        <p:cNvPr id="126" name="Shape 126"/>
        <p:cNvGrpSpPr/>
        <p:nvPr/>
      </p:nvGrpSpPr>
      <p:grpSpPr>
        <a:xfrm>
          <a:off x="0" y="0"/>
          <a:ext cx="0" cy="0"/>
          <a:chOff x="0" y="0"/>
          <a:chExt cx="0" cy="0"/>
        </a:xfrm>
      </p:grpSpPr>
      <p:sp>
        <p:nvSpPr>
          <p:cNvPr id="127" name="Google Shape;127;g1a42daebaef_0_479"/>
          <p:cNvSpPr/>
          <p:nvPr/>
        </p:nvSpPr>
        <p:spPr>
          <a:xfrm>
            <a:off x="-307855" y="5652477"/>
            <a:ext cx="8091000" cy="80700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28" name="Google Shape;128;g1a42daebaef_0_479"/>
          <p:cNvGrpSpPr/>
          <p:nvPr/>
        </p:nvGrpSpPr>
        <p:grpSpPr>
          <a:xfrm>
            <a:off x="994638" y="2926096"/>
            <a:ext cx="5395721" cy="3128382"/>
            <a:chOff x="-548507" y="477868"/>
            <a:chExt cx="11571351" cy="6357209"/>
          </a:xfrm>
        </p:grpSpPr>
        <p:sp>
          <p:nvSpPr>
            <p:cNvPr id="129" name="Google Shape;129;g1a42daebaef_0_479"/>
            <p:cNvSpPr/>
            <p:nvPr/>
          </p:nvSpPr>
          <p:spPr>
            <a:xfrm>
              <a:off x="-482765" y="6440599"/>
              <a:ext cx="11439858" cy="394478"/>
            </a:xfrm>
            <a:custGeom>
              <a:rect b="b" l="l" r="r" t="t"/>
              <a:pathLst>
                <a:path extrusionOk="0" h="57150" w="16573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 name="Google Shape;130;g1a42daebaef_0_479"/>
            <p:cNvSpPr/>
            <p:nvPr/>
          </p:nvSpPr>
          <p:spPr>
            <a:xfrm>
              <a:off x="700575" y="477868"/>
              <a:ext cx="9072991" cy="5917168"/>
            </a:xfrm>
            <a:custGeom>
              <a:rect b="b" l="l" r="r" t="t"/>
              <a:pathLst>
                <a:path extrusionOk="0" h="857250" w="13144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1" name="Google Shape;131;g1a42daebaef_0_479"/>
            <p:cNvSpPr/>
            <p:nvPr/>
          </p:nvSpPr>
          <p:spPr>
            <a:xfrm>
              <a:off x="1088451" y="839448"/>
              <a:ext cx="8284035" cy="5062466"/>
            </a:xfrm>
            <a:custGeom>
              <a:rect b="b" l="l" r="r" t="t"/>
              <a:pathLst>
                <a:path extrusionOk="0" h="733425" w="1200150">
                  <a:moveTo>
                    <a:pt x="7144" y="7144"/>
                  </a:moveTo>
                  <a:lnTo>
                    <a:pt x="1196816" y="7144"/>
                  </a:lnTo>
                  <a:lnTo>
                    <a:pt x="1196816" y="730091"/>
                  </a:lnTo>
                  <a:lnTo>
                    <a:pt x="7144" y="730091"/>
                  </a:lnTo>
                  <a:close/>
                </a:path>
              </a:pathLst>
            </a:cu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2" name="Google Shape;132;g1a42daebaef_0_479"/>
            <p:cNvSpPr/>
            <p:nvPr/>
          </p:nvSpPr>
          <p:spPr>
            <a:xfrm>
              <a:off x="-548507" y="6164484"/>
              <a:ext cx="11571351" cy="460224"/>
            </a:xfrm>
            <a:custGeom>
              <a:rect b="b" l="l" r="r" t="t"/>
              <a:pathLst>
                <a:path extrusionOk="0" h="66675" w="1676400">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3" name="Google Shape;133;g1a42daebaef_0_479"/>
            <p:cNvSpPr/>
            <p:nvPr/>
          </p:nvSpPr>
          <p:spPr>
            <a:xfrm>
              <a:off x="4438629" y="6215033"/>
              <a:ext cx="1618413" cy="184076"/>
            </a:xfrm>
            <a:custGeom>
              <a:rect b="b" l="l" r="r" t="t"/>
              <a:pathLst>
                <a:path extrusionOk="0" h="184076" w="1618413">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34" name="Google Shape;134;g1a42daebaef_0_479"/>
            <p:cNvGrpSpPr/>
            <p:nvPr/>
          </p:nvGrpSpPr>
          <p:grpSpPr>
            <a:xfrm>
              <a:off x="1606" y="6382978"/>
              <a:ext cx="414000" cy="115200"/>
              <a:chOff x="5955" y="6353672"/>
              <a:chExt cx="414000" cy="115200"/>
            </a:xfrm>
          </p:grpSpPr>
          <p:sp>
            <p:nvSpPr>
              <p:cNvPr id="135" name="Google Shape;135;g1a42daebaef_0_479"/>
              <p:cNvSpPr/>
              <p:nvPr/>
            </p:nvSpPr>
            <p:spPr>
              <a:xfrm>
                <a:off x="5955" y="6353672"/>
                <a:ext cx="414000" cy="115200"/>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6" name="Google Shape;136;g1a42daebaef_0_479"/>
              <p:cNvSpPr/>
              <p:nvPr/>
            </p:nvSpPr>
            <p:spPr>
              <a:xfrm>
                <a:off x="99417" y="6382279"/>
                <a:ext cx="227100" cy="55200"/>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37" name="Google Shape;137;g1a42daebaef_0_479"/>
            <p:cNvGrpSpPr/>
            <p:nvPr/>
          </p:nvGrpSpPr>
          <p:grpSpPr>
            <a:xfrm>
              <a:off x="9855291" y="6381600"/>
              <a:ext cx="886126" cy="115200"/>
              <a:chOff x="5955" y="6353672"/>
              <a:chExt cx="414000" cy="115200"/>
            </a:xfrm>
          </p:grpSpPr>
          <p:sp>
            <p:nvSpPr>
              <p:cNvPr id="138" name="Google Shape;138;g1a42daebaef_0_479"/>
              <p:cNvSpPr/>
              <p:nvPr/>
            </p:nvSpPr>
            <p:spPr>
              <a:xfrm>
                <a:off x="5955" y="6353672"/>
                <a:ext cx="414000" cy="115200"/>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9" name="Google Shape;139;g1a42daebaef_0_479"/>
              <p:cNvSpPr/>
              <p:nvPr/>
            </p:nvSpPr>
            <p:spPr>
              <a:xfrm>
                <a:off x="84761" y="6382279"/>
                <a:ext cx="256200" cy="55200"/>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40" name="Google Shape;140;g1a42daebaef_0_479"/>
            <p:cNvSpPr/>
            <p:nvPr/>
          </p:nvSpPr>
          <p:spPr>
            <a:xfrm>
              <a:off x="3892805" y="496953"/>
              <a:ext cx="5477614" cy="5427435"/>
            </a:xfrm>
            <a:custGeom>
              <a:rect b="b" l="l" r="r" t="t"/>
              <a:pathLst>
                <a:path extrusionOk="0" h="4035268" w="3976489">
                  <a:moveTo>
                    <a:pt x="2473335" y="0"/>
                  </a:moveTo>
                  <a:lnTo>
                    <a:pt x="3976489" y="10635"/>
                  </a:lnTo>
                  <a:cubicBezTo>
                    <a:pt x="3973762" y="1342950"/>
                    <a:pt x="3971034" y="2702953"/>
                    <a:pt x="3968307" y="4035268"/>
                  </a:cubicBezTo>
                  <a:lnTo>
                    <a:pt x="0" y="4035268"/>
                  </a:lnTo>
                </a:path>
              </a:pathLst>
            </a:custGeom>
            <a:solidFill>
              <a:srgbClr val="999999">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41" name="Google Shape;141;g1a42daebaef_0_479"/>
          <p:cNvSpPr/>
          <p:nvPr>
            <p:ph idx="2" type="pic"/>
          </p:nvPr>
        </p:nvSpPr>
        <p:spPr>
          <a:xfrm>
            <a:off x="1699641" y="3059771"/>
            <a:ext cx="3985500" cy="2576700"/>
          </a:xfrm>
          <a:prstGeom prst="rect">
            <a:avLst/>
          </a:prstGeom>
          <a:solidFill>
            <a:srgbClr val="F2F2F2"/>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ontents slide layout" showMasterSp="0">
  <p:cSld name="14_Contents slide layout">
    <p:spTree>
      <p:nvGrpSpPr>
        <p:cNvPr id="142" name="Shape 142"/>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ontents slide layout" showMasterSp="0">
  <p:cSld name="15_Contents slide layout">
    <p:spTree>
      <p:nvGrpSpPr>
        <p:cNvPr id="143" name="Shape 143"/>
        <p:cNvGrpSpPr/>
        <p:nvPr/>
      </p:nvGrpSpPr>
      <p:grpSpPr>
        <a:xfrm>
          <a:off x="0" y="0"/>
          <a:ext cx="0" cy="0"/>
          <a:chOff x="0" y="0"/>
          <a:chExt cx="0" cy="0"/>
        </a:xfrm>
      </p:grpSpPr>
      <p:sp>
        <p:nvSpPr>
          <p:cNvPr id="144" name="Google Shape;144;g1a42daebaef_0_496"/>
          <p:cNvSpPr/>
          <p:nvPr/>
        </p:nvSpPr>
        <p:spPr>
          <a:xfrm flipH="1">
            <a:off x="639483" y="-1"/>
            <a:ext cx="10913100" cy="6858000"/>
          </a:xfrm>
          <a:prstGeom prst="parallelogram">
            <a:avLst>
              <a:gd fmla="val 94013"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5" name="Google Shape;145;g1a42daebaef_0_496"/>
          <p:cNvSpPr/>
          <p:nvPr>
            <p:ph idx="2" type="pic"/>
          </p:nvPr>
        </p:nvSpPr>
        <p:spPr>
          <a:xfrm>
            <a:off x="4929808" y="3419062"/>
            <a:ext cx="7262100" cy="3438900"/>
          </a:xfrm>
          <a:prstGeom prst="rect">
            <a:avLst/>
          </a:prstGeom>
          <a:solidFill>
            <a:srgbClr val="F2F2F2"/>
          </a:solidFill>
          <a:ln>
            <a:noFill/>
          </a:ln>
        </p:spPr>
      </p:sp>
      <p:sp>
        <p:nvSpPr>
          <p:cNvPr id="146" name="Google Shape;146;g1a42daebaef_0_496"/>
          <p:cNvSpPr/>
          <p:nvPr>
            <p:ph idx="3" type="pic"/>
          </p:nvPr>
        </p:nvSpPr>
        <p:spPr>
          <a:xfrm>
            <a:off x="0" y="1"/>
            <a:ext cx="7262100" cy="3419100"/>
          </a:xfrm>
          <a:prstGeom prst="rect">
            <a:avLst/>
          </a:prstGeom>
          <a:solidFill>
            <a:srgbClr val="F2F2F2"/>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ontents slide layout" showMasterSp="0">
  <p:cSld name="16_Contents slide layout">
    <p:spTree>
      <p:nvGrpSpPr>
        <p:cNvPr id="147" name="Shape 147"/>
        <p:cNvGrpSpPr/>
        <p:nvPr/>
      </p:nvGrpSpPr>
      <p:grpSpPr>
        <a:xfrm>
          <a:off x="0" y="0"/>
          <a:ext cx="0" cy="0"/>
          <a:chOff x="0" y="0"/>
          <a:chExt cx="0" cy="0"/>
        </a:xfrm>
      </p:grpSpPr>
      <p:sp>
        <p:nvSpPr>
          <p:cNvPr id="148" name="Google Shape;148;g1a42daebaef_0_500"/>
          <p:cNvSpPr/>
          <p:nvPr/>
        </p:nvSpPr>
        <p:spPr>
          <a:xfrm>
            <a:off x="0" y="4902095"/>
            <a:ext cx="12192000" cy="1525200"/>
          </a:xfrm>
          <a:prstGeom prst="rect">
            <a:avLst/>
          </a:prstGeom>
          <a:solidFill>
            <a:srgbClr val="7BB6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49" name="Google Shape;149;g1a42daebaef_0_500"/>
          <p:cNvGrpSpPr/>
          <p:nvPr/>
        </p:nvGrpSpPr>
        <p:grpSpPr>
          <a:xfrm>
            <a:off x="416723" y="332381"/>
            <a:ext cx="11369282" cy="6270600"/>
            <a:chOff x="416723" y="332381"/>
            <a:chExt cx="11369282" cy="6270600"/>
          </a:xfrm>
        </p:grpSpPr>
        <p:sp>
          <p:nvSpPr>
            <p:cNvPr id="150" name="Google Shape;150;g1a42daebaef_0_500"/>
            <p:cNvSpPr/>
            <p:nvPr/>
          </p:nvSpPr>
          <p:spPr>
            <a:xfrm>
              <a:off x="416723" y="332381"/>
              <a:ext cx="11338500" cy="89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1" name="Google Shape;151;g1a42daebaef_0_500"/>
            <p:cNvSpPr/>
            <p:nvPr/>
          </p:nvSpPr>
          <p:spPr>
            <a:xfrm>
              <a:off x="11694805" y="332381"/>
              <a:ext cx="91200" cy="6270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2" name="Google Shape;152;g1a42daebaef_0_500"/>
            <p:cNvSpPr/>
            <p:nvPr/>
          </p:nvSpPr>
          <p:spPr>
            <a:xfrm>
              <a:off x="416723" y="6513610"/>
              <a:ext cx="11338500" cy="89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3" name="Google Shape;153;g1a42daebaef_0_500"/>
            <p:cNvSpPr/>
            <p:nvPr/>
          </p:nvSpPr>
          <p:spPr>
            <a:xfrm>
              <a:off x="416723" y="332381"/>
              <a:ext cx="91200" cy="6270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ontents slide layout" showMasterSp="0">
  <p:cSld name="17_Contents slide layout">
    <p:spTree>
      <p:nvGrpSpPr>
        <p:cNvPr id="154" name="Shape 154"/>
        <p:cNvGrpSpPr/>
        <p:nvPr/>
      </p:nvGrpSpPr>
      <p:grpSpPr>
        <a:xfrm>
          <a:off x="0" y="0"/>
          <a:ext cx="0" cy="0"/>
          <a:chOff x="0" y="0"/>
          <a:chExt cx="0" cy="0"/>
        </a:xfrm>
      </p:grpSpPr>
      <p:grpSp>
        <p:nvGrpSpPr>
          <p:cNvPr id="155" name="Google Shape;155;g1a42daebaef_0_507"/>
          <p:cNvGrpSpPr/>
          <p:nvPr/>
        </p:nvGrpSpPr>
        <p:grpSpPr>
          <a:xfrm>
            <a:off x="410430" y="1165070"/>
            <a:ext cx="11375026" cy="5427655"/>
            <a:chOff x="-2670393" y="6563600"/>
            <a:chExt cx="21679104" cy="10344301"/>
          </a:xfrm>
        </p:grpSpPr>
        <p:sp>
          <p:nvSpPr>
            <p:cNvPr id="156" name="Google Shape;156;g1a42daebaef_0_507"/>
            <p:cNvSpPr/>
            <p:nvPr/>
          </p:nvSpPr>
          <p:spPr>
            <a:xfrm>
              <a:off x="-2664821" y="6563600"/>
              <a:ext cx="7144800" cy="170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7" name="Google Shape;157;g1a42daebaef_0_507"/>
            <p:cNvSpPr/>
            <p:nvPr/>
          </p:nvSpPr>
          <p:spPr>
            <a:xfrm>
              <a:off x="-2670393" y="6626301"/>
              <a:ext cx="173700" cy="10281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8" name="Google Shape;158;g1a42daebaef_0_507"/>
            <p:cNvSpPr/>
            <p:nvPr/>
          </p:nvSpPr>
          <p:spPr>
            <a:xfrm>
              <a:off x="-2670393" y="16737743"/>
              <a:ext cx="21670800" cy="170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9" name="Google Shape;159;g1a42daebaef_0_507"/>
            <p:cNvSpPr/>
            <p:nvPr/>
          </p:nvSpPr>
          <p:spPr>
            <a:xfrm>
              <a:off x="18835011" y="6563600"/>
              <a:ext cx="173700" cy="10281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160" name="Google Shape;160;g1a42daebaef_0_507"/>
          <p:cNvGrpSpPr/>
          <p:nvPr/>
        </p:nvGrpSpPr>
        <p:grpSpPr>
          <a:xfrm>
            <a:off x="3295050" y="69212"/>
            <a:ext cx="8482380" cy="1184564"/>
            <a:chOff x="-975581" y="1390556"/>
            <a:chExt cx="8482380" cy="1184564"/>
          </a:xfrm>
        </p:grpSpPr>
        <p:sp>
          <p:nvSpPr>
            <p:cNvPr id="161" name="Google Shape;161;g1a42daebaef_0_507"/>
            <p:cNvSpPr/>
            <p:nvPr/>
          </p:nvSpPr>
          <p:spPr>
            <a:xfrm>
              <a:off x="-975581" y="1762421"/>
              <a:ext cx="2289817" cy="812699"/>
            </a:xfrm>
            <a:custGeom>
              <a:rect b="b" l="l" r="r" t="t"/>
              <a:pathLst>
                <a:path extrusionOk="0" h="425497" w="1587395">
                  <a:moveTo>
                    <a:pt x="1486668" y="144119"/>
                  </a:moveTo>
                  <a:cubicBezTo>
                    <a:pt x="1472742" y="144386"/>
                    <a:pt x="1461660" y="150817"/>
                    <a:pt x="1453421" y="163412"/>
                  </a:cubicBezTo>
                  <a:cubicBezTo>
                    <a:pt x="1445182" y="176006"/>
                    <a:pt x="1440964" y="193161"/>
                    <a:pt x="1440768" y="214875"/>
                  </a:cubicBezTo>
                  <a:cubicBezTo>
                    <a:pt x="1440870" y="235084"/>
                    <a:pt x="1444866" y="251213"/>
                    <a:pt x="1452755" y="263263"/>
                  </a:cubicBezTo>
                  <a:cubicBezTo>
                    <a:pt x="1460644" y="275314"/>
                    <a:pt x="1471812" y="281488"/>
                    <a:pt x="1486258" y="281788"/>
                  </a:cubicBezTo>
                  <a:cubicBezTo>
                    <a:pt x="1491120" y="281914"/>
                    <a:pt x="1496514" y="280657"/>
                    <a:pt x="1502438" y="278017"/>
                  </a:cubicBezTo>
                  <a:cubicBezTo>
                    <a:pt x="1508363" y="275377"/>
                    <a:pt x="1513514" y="270592"/>
                    <a:pt x="1517891" y="263664"/>
                  </a:cubicBezTo>
                  <a:cubicBezTo>
                    <a:pt x="1522267" y="256737"/>
                    <a:pt x="1524564" y="246905"/>
                    <a:pt x="1524781" y="234169"/>
                  </a:cubicBezTo>
                  <a:lnTo>
                    <a:pt x="1524781" y="190009"/>
                  </a:lnTo>
                  <a:cubicBezTo>
                    <a:pt x="1524474" y="175370"/>
                    <a:pt x="1520683" y="164085"/>
                    <a:pt x="1513409" y="156155"/>
                  </a:cubicBezTo>
                  <a:cubicBezTo>
                    <a:pt x="1506135" y="148225"/>
                    <a:pt x="1497221" y="144213"/>
                    <a:pt x="1486668" y="144119"/>
                  </a:cubicBezTo>
                  <a:close/>
                  <a:moveTo>
                    <a:pt x="495247" y="140843"/>
                  </a:moveTo>
                  <a:cubicBezTo>
                    <a:pt x="484106" y="141113"/>
                    <a:pt x="475197" y="144942"/>
                    <a:pt x="468518" y="152330"/>
                  </a:cubicBezTo>
                  <a:cubicBezTo>
                    <a:pt x="461840" y="159717"/>
                    <a:pt x="457028" y="169039"/>
                    <a:pt x="454084" y="180296"/>
                  </a:cubicBezTo>
                  <a:cubicBezTo>
                    <a:pt x="451139" y="191553"/>
                    <a:pt x="449697" y="203122"/>
                    <a:pt x="449758" y="215001"/>
                  </a:cubicBezTo>
                  <a:cubicBezTo>
                    <a:pt x="449792" y="235837"/>
                    <a:pt x="453617" y="253267"/>
                    <a:pt x="461233" y="267291"/>
                  </a:cubicBezTo>
                  <a:cubicBezTo>
                    <a:pt x="468848" y="281315"/>
                    <a:pt x="480050" y="288605"/>
                    <a:pt x="494837" y="289160"/>
                  </a:cubicBezTo>
                  <a:cubicBezTo>
                    <a:pt x="509232" y="288588"/>
                    <a:pt x="520194" y="281230"/>
                    <a:pt x="527724" y="267086"/>
                  </a:cubicBezTo>
                  <a:cubicBezTo>
                    <a:pt x="535255" y="252942"/>
                    <a:pt x="539045" y="235444"/>
                    <a:pt x="539096" y="214591"/>
                  </a:cubicBezTo>
                  <a:cubicBezTo>
                    <a:pt x="539132" y="202459"/>
                    <a:pt x="537649" y="190805"/>
                    <a:pt x="534649" y="179629"/>
                  </a:cubicBezTo>
                  <a:cubicBezTo>
                    <a:pt x="531649" y="168453"/>
                    <a:pt x="526919" y="159257"/>
                    <a:pt x="520458" y="152041"/>
                  </a:cubicBezTo>
                  <a:cubicBezTo>
                    <a:pt x="513997" y="144826"/>
                    <a:pt x="505594" y="141093"/>
                    <a:pt x="495247" y="140843"/>
                  </a:cubicBezTo>
                  <a:close/>
                  <a:moveTo>
                    <a:pt x="1030129" y="101165"/>
                  </a:moveTo>
                  <a:lnTo>
                    <a:pt x="1090695" y="101165"/>
                  </a:lnTo>
                  <a:lnTo>
                    <a:pt x="1090695" y="329247"/>
                  </a:lnTo>
                  <a:lnTo>
                    <a:pt x="1030129" y="329247"/>
                  </a:lnTo>
                  <a:lnTo>
                    <a:pt x="1030129" y="101165"/>
                  </a:lnTo>
                  <a:close/>
                  <a:moveTo>
                    <a:pt x="1473963" y="96660"/>
                  </a:moveTo>
                  <a:cubicBezTo>
                    <a:pt x="1488264" y="96864"/>
                    <a:pt x="1500132" y="99933"/>
                    <a:pt x="1509566" y="105865"/>
                  </a:cubicBezTo>
                  <a:cubicBezTo>
                    <a:pt x="1518999" y="111798"/>
                    <a:pt x="1526254" y="119367"/>
                    <a:pt x="1531329" y="128572"/>
                  </a:cubicBezTo>
                  <a:lnTo>
                    <a:pt x="1532148" y="128572"/>
                  </a:lnTo>
                  <a:lnTo>
                    <a:pt x="1534603" y="101165"/>
                  </a:lnTo>
                  <a:lnTo>
                    <a:pt x="1587395" y="101165"/>
                  </a:lnTo>
                  <a:cubicBezTo>
                    <a:pt x="1586772" y="109208"/>
                    <a:pt x="1586277" y="118676"/>
                    <a:pt x="1585911" y="129568"/>
                  </a:cubicBezTo>
                  <a:cubicBezTo>
                    <a:pt x="1585544" y="140460"/>
                    <a:pt x="1585356" y="153778"/>
                    <a:pt x="1585348" y="169523"/>
                  </a:cubicBezTo>
                  <a:lnTo>
                    <a:pt x="1585348" y="298152"/>
                  </a:lnTo>
                  <a:cubicBezTo>
                    <a:pt x="1585615" y="309623"/>
                    <a:pt x="1584824" y="322531"/>
                    <a:pt x="1582974" y="336876"/>
                  </a:cubicBezTo>
                  <a:cubicBezTo>
                    <a:pt x="1581124" y="351222"/>
                    <a:pt x="1576609" y="365116"/>
                    <a:pt x="1569429" y="378560"/>
                  </a:cubicBezTo>
                  <a:cubicBezTo>
                    <a:pt x="1562249" y="392003"/>
                    <a:pt x="1550798" y="403108"/>
                    <a:pt x="1535075" y="411875"/>
                  </a:cubicBezTo>
                  <a:cubicBezTo>
                    <a:pt x="1519352" y="420642"/>
                    <a:pt x="1497752" y="425183"/>
                    <a:pt x="1470275" y="425497"/>
                  </a:cubicBezTo>
                  <a:cubicBezTo>
                    <a:pt x="1456743" y="425489"/>
                    <a:pt x="1443653" y="424176"/>
                    <a:pt x="1431004" y="421559"/>
                  </a:cubicBezTo>
                  <a:cubicBezTo>
                    <a:pt x="1418355" y="418943"/>
                    <a:pt x="1407423" y="415073"/>
                    <a:pt x="1398207" y="409950"/>
                  </a:cubicBezTo>
                  <a:lnTo>
                    <a:pt x="1469045" y="378447"/>
                  </a:lnTo>
                  <a:cubicBezTo>
                    <a:pt x="1486284" y="378558"/>
                    <a:pt x="1499961" y="373519"/>
                    <a:pt x="1510079" y="363332"/>
                  </a:cubicBezTo>
                  <a:cubicBezTo>
                    <a:pt x="1520196" y="353145"/>
                    <a:pt x="1525369" y="337146"/>
                    <a:pt x="1525600" y="315335"/>
                  </a:cubicBezTo>
                  <a:lnTo>
                    <a:pt x="1525600" y="298561"/>
                  </a:lnTo>
                  <a:lnTo>
                    <a:pt x="1524781" y="298561"/>
                  </a:lnTo>
                  <a:cubicBezTo>
                    <a:pt x="1518950" y="307647"/>
                    <a:pt x="1511146" y="314739"/>
                    <a:pt x="1501370" y="319835"/>
                  </a:cubicBezTo>
                  <a:cubicBezTo>
                    <a:pt x="1491594" y="324932"/>
                    <a:pt x="1480409" y="327524"/>
                    <a:pt x="1467816" y="327609"/>
                  </a:cubicBezTo>
                  <a:cubicBezTo>
                    <a:pt x="1449711" y="327392"/>
                    <a:pt x="1434095" y="322415"/>
                    <a:pt x="1420969" y="312679"/>
                  </a:cubicBezTo>
                  <a:cubicBezTo>
                    <a:pt x="1407843" y="302942"/>
                    <a:pt x="1397720" y="289746"/>
                    <a:pt x="1390600" y="273090"/>
                  </a:cubicBezTo>
                  <a:cubicBezTo>
                    <a:pt x="1383480" y="256434"/>
                    <a:pt x="1379878" y="237617"/>
                    <a:pt x="1379792" y="216641"/>
                  </a:cubicBezTo>
                  <a:cubicBezTo>
                    <a:pt x="1380021" y="191427"/>
                    <a:pt x="1384428" y="169890"/>
                    <a:pt x="1393010" y="152030"/>
                  </a:cubicBezTo>
                  <a:cubicBezTo>
                    <a:pt x="1401593" y="134170"/>
                    <a:pt x="1412975" y="120498"/>
                    <a:pt x="1427156" y="111014"/>
                  </a:cubicBezTo>
                  <a:cubicBezTo>
                    <a:pt x="1441337" y="101529"/>
                    <a:pt x="1456939" y="96745"/>
                    <a:pt x="1473963" y="96660"/>
                  </a:cubicBezTo>
                  <a:close/>
                  <a:moveTo>
                    <a:pt x="1265245" y="96660"/>
                  </a:moveTo>
                  <a:cubicBezTo>
                    <a:pt x="1286603" y="96539"/>
                    <a:pt x="1304172" y="104042"/>
                    <a:pt x="1317951" y="119169"/>
                  </a:cubicBezTo>
                  <a:cubicBezTo>
                    <a:pt x="1331731" y="134295"/>
                    <a:pt x="1338859" y="157766"/>
                    <a:pt x="1339336" y="189582"/>
                  </a:cubicBezTo>
                  <a:lnTo>
                    <a:pt x="1339336" y="329247"/>
                  </a:lnTo>
                  <a:lnTo>
                    <a:pt x="1278770" y="329247"/>
                  </a:lnTo>
                  <a:lnTo>
                    <a:pt x="1278770" y="196135"/>
                  </a:lnTo>
                  <a:cubicBezTo>
                    <a:pt x="1278932" y="181868"/>
                    <a:pt x="1276354" y="170059"/>
                    <a:pt x="1271034" y="160707"/>
                  </a:cubicBezTo>
                  <a:cubicBezTo>
                    <a:pt x="1265714" y="151355"/>
                    <a:pt x="1256681" y="146508"/>
                    <a:pt x="1243932" y="146167"/>
                  </a:cubicBezTo>
                  <a:cubicBezTo>
                    <a:pt x="1235137" y="145975"/>
                    <a:pt x="1226598" y="149533"/>
                    <a:pt x="1218316" y="156841"/>
                  </a:cubicBezTo>
                  <a:cubicBezTo>
                    <a:pt x="1210033" y="164148"/>
                    <a:pt x="1205593" y="176356"/>
                    <a:pt x="1204995" y="193465"/>
                  </a:cubicBezTo>
                  <a:lnTo>
                    <a:pt x="1204995" y="329247"/>
                  </a:lnTo>
                  <a:lnTo>
                    <a:pt x="1144429" y="329247"/>
                  </a:lnTo>
                  <a:lnTo>
                    <a:pt x="1144429" y="169672"/>
                  </a:lnTo>
                  <a:cubicBezTo>
                    <a:pt x="1144412" y="156408"/>
                    <a:pt x="1144242" y="144170"/>
                    <a:pt x="1143917" y="132957"/>
                  </a:cubicBezTo>
                  <a:cubicBezTo>
                    <a:pt x="1143593" y="121745"/>
                    <a:pt x="1143218" y="111147"/>
                    <a:pt x="1142791" y="101165"/>
                  </a:cubicBezTo>
                  <a:lnTo>
                    <a:pt x="1195174" y="101165"/>
                  </a:lnTo>
                  <a:lnTo>
                    <a:pt x="1198039" y="131932"/>
                  </a:lnTo>
                  <a:lnTo>
                    <a:pt x="1199266" y="131932"/>
                  </a:lnTo>
                  <a:cubicBezTo>
                    <a:pt x="1204419" y="123078"/>
                    <a:pt x="1212546" y="115046"/>
                    <a:pt x="1223645" y="107835"/>
                  </a:cubicBezTo>
                  <a:cubicBezTo>
                    <a:pt x="1234745" y="100624"/>
                    <a:pt x="1248611" y="96899"/>
                    <a:pt x="1265245" y="96660"/>
                  </a:cubicBezTo>
                  <a:close/>
                  <a:moveTo>
                    <a:pt x="750548" y="96250"/>
                  </a:moveTo>
                  <a:cubicBezTo>
                    <a:pt x="753364" y="96250"/>
                    <a:pt x="755821" y="96352"/>
                    <a:pt x="757920" y="96557"/>
                  </a:cubicBezTo>
                  <a:cubicBezTo>
                    <a:pt x="760019" y="96762"/>
                    <a:pt x="762067" y="97069"/>
                    <a:pt x="764064" y="97479"/>
                  </a:cubicBezTo>
                  <a:lnTo>
                    <a:pt x="764064" y="155178"/>
                  </a:lnTo>
                  <a:cubicBezTo>
                    <a:pt x="761828" y="154768"/>
                    <a:pt x="759439" y="154461"/>
                    <a:pt x="756896" y="154256"/>
                  </a:cubicBezTo>
                  <a:cubicBezTo>
                    <a:pt x="754354" y="154051"/>
                    <a:pt x="751555" y="153949"/>
                    <a:pt x="748500" y="153949"/>
                  </a:cubicBezTo>
                  <a:cubicBezTo>
                    <a:pt x="734481" y="153906"/>
                    <a:pt x="722995" y="158600"/>
                    <a:pt x="714045" y="168031"/>
                  </a:cubicBezTo>
                  <a:cubicBezTo>
                    <a:pt x="705094" y="177463"/>
                    <a:pt x="700469" y="191891"/>
                    <a:pt x="700170" y="211316"/>
                  </a:cubicBezTo>
                  <a:lnTo>
                    <a:pt x="700170" y="329247"/>
                  </a:lnTo>
                  <a:lnTo>
                    <a:pt x="639604" y="329247"/>
                  </a:lnTo>
                  <a:lnTo>
                    <a:pt x="639604" y="172416"/>
                  </a:lnTo>
                  <a:cubicBezTo>
                    <a:pt x="639587" y="158365"/>
                    <a:pt x="639416" y="145518"/>
                    <a:pt x="639092" y="133873"/>
                  </a:cubicBezTo>
                  <a:cubicBezTo>
                    <a:pt x="638768" y="122228"/>
                    <a:pt x="638393" y="111326"/>
                    <a:pt x="637966" y="101165"/>
                  </a:cubicBezTo>
                  <a:lnTo>
                    <a:pt x="689940" y="101165"/>
                  </a:lnTo>
                  <a:lnTo>
                    <a:pt x="692395" y="140886"/>
                  </a:lnTo>
                  <a:lnTo>
                    <a:pt x="694032" y="140886"/>
                  </a:lnTo>
                  <a:cubicBezTo>
                    <a:pt x="699712" y="126127"/>
                    <a:pt x="707800" y="115003"/>
                    <a:pt x="718295" y="107512"/>
                  </a:cubicBezTo>
                  <a:cubicBezTo>
                    <a:pt x="728789" y="100021"/>
                    <a:pt x="739540" y="96267"/>
                    <a:pt x="750548" y="96250"/>
                  </a:cubicBezTo>
                  <a:close/>
                  <a:moveTo>
                    <a:pt x="496477" y="96250"/>
                  </a:moveTo>
                  <a:cubicBezTo>
                    <a:pt x="528766" y="96802"/>
                    <a:pt x="554088" y="107665"/>
                    <a:pt x="572442" y="128840"/>
                  </a:cubicBezTo>
                  <a:cubicBezTo>
                    <a:pt x="590795" y="150015"/>
                    <a:pt x="600142" y="178189"/>
                    <a:pt x="600482" y="213362"/>
                  </a:cubicBezTo>
                  <a:cubicBezTo>
                    <a:pt x="600108" y="242188"/>
                    <a:pt x="594671" y="265458"/>
                    <a:pt x="584170" y="283171"/>
                  </a:cubicBezTo>
                  <a:cubicBezTo>
                    <a:pt x="573670" y="300885"/>
                    <a:pt x="560347" y="313774"/>
                    <a:pt x="544201" y="321839"/>
                  </a:cubicBezTo>
                  <a:cubicBezTo>
                    <a:pt x="528055" y="329903"/>
                    <a:pt x="511327" y="333874"/>
                    <a:pt x="494018" y="333752"/>
                  </a:cubicBezTo>
                  <a:cubicBezTo>
                    <a:pt x="462732" y="333490"/>
                    <a:pt x="437444" y="323173"/>
                    <a:pt x="418152" y="302800"/>
                  </a:cubicBezTo>
                  <a:cubicBezTo>
                    <a:pt x="398861" y="282427"/>
                    <a:pt x="388934" y="253570"/>
                    <a:pt x="388373" y="216230"/>
                  </a:cubicBezTo>
                  <a:cubicBezTo>
                    <a:pt x="389011" y="177712"/>
                    <a:pt x="399296" y="148138"/>
                    <a:pt x="419227" y="127509"/>
                  </a:cubicBezTo>
                  <a:cubicBezTo>
                    <a:pt x="439158" y="106881"/>
                    <a:pt x="464908" y="96461"/>
                    <a:pt x="496477" y="96250"/>
                  </a:cubicBezTo>
                  <a:close/>
                  <a:moveTo>
                    <a:pt x="0" y="14335"/>
                  </a:moveTo>
                  <a:lnTo>
                    <a:pt x="64295" y="14335"/>
                  </a:lnTo>
                  <a:lnTo>
                    <a:pt x="88457" y="150314"/>
                  </a:lnTo>
                  <a:cubicBezTo>
                    <a:pt x="91758" y="169291"/>
                    <a:pt x="94881" y="188166"/>
                    <a:pt x="97824" y="206938"/>
                  </a:cubicBezTo>
                  <a:cubicBezTo>
                    <a:pt x="100768" y="225710"/>
                    <a:pt x="103378" y="243561"/>
                    <a:pt x="105656" y="260490"/>
                  </a:cubicBezTo>
                  <a:lnTo>
                    <a:pt x="106885" y="260490"/>
                  </a:lnTo>
                  <a:cubicBezTo>
                    <a:pt x="109197" y="242912"/>
                    <a:pt x="112149" y="224925"/>
                    <a:pt x="115741" y="206528"/>
                  </a:cubicBezTo>
                  <a:cubicBezTo>
                    <a:pt x="119333" y="188131"/>
                    <a:pt x="123206" y="169120"/>
                    <a:pt x="127361" y="149495"/>
                  </a:cubicBezTo>
                  <a:lnTo>
                    <a:pt x="156027" y="14335"/>
                  </a:lnTo>
                  <a:lnTo>
                    <a:pt x="215817" y="14335"/>
                  </a:lnTo>
                  <a:lnTo>
                    <a:pt x="242436" y="151133"/>
                  </a:lnTo>
                  <a:cubicBezTo>
                    <a:pt x="245942" y="169479"/>
                    <a:pt x="249167" y="187568"/>
                    <a:pt x="252111" y="205402"/>
                  </a:cubicBezTo>
                  <a:cubicBezTo>
                    <a:pt x="255054" y="223235"/>
                    <a:pt x="257562" y="241325"/>
                    <a:pt x="259635" y="259671"/>
                  </a:cubicBezTo>
                  <a:lnTo>
                    <a:pt x="260864" y="259671"/>
                  </a:lnTo>
                  <a:cubicBezTo>
                    <a:pt x="263338" y="241112"/>
                    <a:pt x="266068" y="222732"/>
                    <a:pt x="269054" y="204529"/>
                  </a:cubicBezTo>
                  <a:cubicBezTo>
                    <a:pt x="272040" y="186326"/>
                    <a:pt x="275180" y="167838"/>
                    <a:pt x="278473" y="149064"/>
                  </a:cubicBezTo>
                  <a:lnTo>
                    <a:pt x="304273" y="14335"/>
                  </a:lnTo>
                  <a:lnTo>
                    <a:pt x="365290" y="14335"/>
                  </a:lnTo>
                  <a:lnTo>
                    <a:pt x="290759" y="329247"/>
                  </a:lnTo>
                  <a:lnTo>
                    <a:pt x="226464" y="329247"/>
                  </a:lnTo>
                  <a:lnTo>
                    <a:pt x="199436" y="195777"/>
                  </a:lnTo>
                  <a:cubicBezTo>
                    <a:pt x="195981" y="179488"/>
                    <a:pt x="192961" y="163122"/>
                    <a:pt x="190375" y="146679"/>
                  </a:cubicBezTo>
                  <a:cubicBezTo>
                    <a:pt x="187790" y="130236"/>
                    <a:pt x="185487" y="113154"/>
                    <a:pt x="183465" y="95431"/>
                  </a:cubicBezTo>
                  <a:lnTo>
                    <a:pt x="182646" y="95431"/>
                  </a:lnTo>
                  <a:cubicBezTo>
                    <a:pt x="180018" y="113128"/>
                    <a:pt x="177186" y="130159"/>
                    <a:pt x="174148" y="146525"/>
                  </a:cubicBezTo>
                  <a:cubicBezTo>
                    <a:pt x="171111" y="162891"/>
                    <a:pt x="167664" y="179308"/>
                    <a:pt x="163808" y="195777"/>
                  </a:cubicBezTo>
                  <a:lnTo>
                    <a:pt x="133094" y="329247"/>
                  </a:lnTo>
                  <a:lnTo>
                    <a:pt x="69209" y="329247"/>
                  </a:lnTo>
                  <a:lnTo>
                    <a:pt x="0" y="14335"/>
                  </a:lnTo>
                  <a:close/>
                  <a:moveTo>
                    <a:pt x="1060003" y="6553"/>
                  </a:moveTo>
                  <a:cubicBezTo>
                    <a:pt x="1069961" y="6724"/>
                    <a:pt x="1077873" y="9759"/>
                    <a:pt x="1083739" y="15659"/>
                  </a:cubicBezTo>
                  <a:cubicBezTo>
                    <a:pt x="1089605" y="21559"/>
                    <a:pt x="1092607" y="29301"/>
                    <a:pt x="1092743" y="38884"/>
                  </a:cubicBezTo>
                  <a:cubicBezTo>
                    <a:pt x="1092556" y="48825"/>
                    <a:pt x="1089452" y="56669"/>
                    <a:pt x="1083432" y="62416"/>
                  </a:cubicBezTo>
                  <a:cubicBezTo>
                    <a:pt x="1077413" y="68162"/>
                    <a:pt x="1069603" y="71095"/>
                    <a:pt x="1060003" y="71215"/>
                  </a:cubicBezTo>
                  <a:cubicBezTo>
                    <a:pt x="1050240" y="71019"/>
                    <a:pt x="1042448" y="67932"/>
                    <a:pt x="1036624" y="61955"/>
                  </a:cubicBezTo>
                  <a:cubicBezTo>
                    <a:pt x="1030801" y="55979"/>
                    <a:pt x="1027817" y="48288"/>
                    <a:pt x="1027672" y="38884"/>
                  </a:cubicBezTo>
                  <a:cubicBezTo>
                    <a:pt x="1027842" y="29301"/>
                    <a:pt x="1030878" y="21559"/>
                    <a:pt x="1036778" y="15659"/>
                  </a:cubicBezTo>
                  <a:cubicBezTo>
                    <a:pt x="1042678" y="9759"/>
                    <a:pt x="1050419" y="6724"/>
                    <a:pt x="1060003" y="6553"/>
                  </a:cubicBezTo>
                  <a:close/>
                  <a:moveTo>
                    <a:pt x="801529" y="0"/>
                  </a:moveTo>
                  <a:lnTo>
                    <a:pt x="862095" y="0"/>
                  </a:lnTo>
                  <a:lnTo>
                    <a:pt x="862095" y="200670"/>
                  </a:lnTo>
                  <a:lnTo>
                    <a:pt x="863324" y="200670"/>
                  </a:lnTo>
                  <a:cubicBezTo>
                    <a:pt x="868170" y="190433"/>
                    <a:pt x="873222" y="181015"/>
                    <a:pt x="878478" y="172416"/>
                  </a:cubicBezTo>
                  <a:lnTo>
                    <a:pt x="923941" y="101165"/>
                  </a:lnTo>
                  <a:lnTo>
                    <a:pt x="994388" y="101165"/>
                  </a:lnTo>
                  <a:lnTo>
                    <a:pt x="919845" y="194937"/>
                  </a:lnTo>
                  <a:lnTo>
                    <a:pt x="1003399" y="329247"/>
                  </a:lnTo>
                  <a:lnTo>
                    <a:pt x="931313" y="329247"/>
                  </a:lnTo>
                  <a:lnTo>
                    <a:pt x="878069" y="231791"/>
                  </a:lnTo>
                  <a:lnTo>
                    <a:pt x="862095" y="253493"/>
                  </a:lnTo>
                  <a:lnTo>
                    <a:pt x="862095" y="329247"/>
                  </a:lnTo>
                  <a:lnTo>
                    <a:pt x="801529" y="329247"/>
                  </a:lnTo>
                  <a:lnTo>
                    <a:pt x="801529"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2" name="Google Shape;162;g1a42daebaef_0_507"/>
            <p:cNvSpPr/>
            <p:nvPr/>
          </p:nvSpPr>
          <p:spPr>
            <a:xfrm>
              <a:off x="1792169" y="2056782"/>
              <a:ext cx="703342" cy="319419"/>
            </a:xfrm>
            <a:custGeom>
              <a:rect b="b" l="l" r="r" t="t"/>
              <a:pathLst>
                <a:path extrusionOk="0" h="319419" w="931579">
                  <a:moveTo>
                    <a:pt x="471491" y="126508"/>
                  </a:moveTo>
                  <a:cubicBezTo>
                    <a:pt x="460350" y="126778"/>
                    <a:pt x="451441" y="130607"/>
                    <a:pt x="444762" y="137995"/>
                  </a:cubicBezTo>
                  <a:cubicBezTo>
                    <a:pt x="438084" y="145382"/>
                    <a:pt x="433272" y="154704"/>
                    <a:pt x="430328" y="165961"/>
                  </a:cubicBezTo>
                  <a:cubicBezTo>
                    <a:pt x="427383" y="177218"/>
                    <a:pt x="425941" y="188787"/>
                    <a:pt x="426002" y="200666"/>
                  </a:cubicBezTo>
                  <a:cubicBezTo>
                    <a:pt x="426036" y="221502"/>
                    <a:pt x="429861" y="238932"/>
                    <a:pt x="437477" y="252956"/>
                  </a:cubicBezTo>
                  <a:cubicBezTo>
                    <a:pt x="445092" y="266980"/>
                    <a:pt x="456294" y="274270"/>
                    <a:pt x="471081" y="274825"/>
                  </a:cubicBezTo>
                  <a:cubicBezTo>
                    <a:pt x="485476" y="274253"/>
                    <a:pt x="496438" y="266895"/>
                    <a:pt x="503968" y="252751"/>
                  </a:cubicBezTo>
                  <a:cubicBezTo>
                    <a:pt x="511499" y="238607"/>
                    <a:pt x="515289" y="221109"/>
                    <a:pt x="515341" y="200256"/>
                  </a:cubicBezTo>
                  <a:cubicBezTo>
                    <a:pt x="515376" y="188124"/>
                    <a:pt x="513894" y="176470"/>
                    <a:pt x="510893" y="165294"/>
                  </a:cubicBezTo>
                  <a:cubicBezTo>
                    <a:pt x="507893" y="154118"/>
                    <a:pt x="503163" y="144922"/>
                    <a:pt x="496702" y="137706"/>
                  </a:cubicBezTo>
                  <a:cubicBezTo>
                    <a:pt x="490241" y="130491"/>
                    <a:pt x="481837" y="126758"/>
                    <a:pt x="471491" y="126508"/>
                  </a:cubicBezTo>
                  <a:close/>
                  <a:moveTo>
                    <a:pt x="734618" y="82325"/>
                  </a:moveTo>
                  <a:cubicBezTo>
                    <a:pt x="748658" y="82452"/>
                    <a:pt x="760701" y="85879"/>
                    <a:pt x="770745" y="92604"/>
                  </a:cubicBezTo>
                  <a:cubicBezTo>
                    <a:pt x="780790" y="99330"/>
                    <a:pt x="788122" y="108587"/>
                    <a:pt x="792743" y="120375"/>
                  </a:cubicBezTo>
                  <a:lnTo>
                    <a:pt x="793562" y="120375"/>
                  </a:lnTo>
                  <a:cubicBezTo>
                    <a:pt x="803032" y="106618"/>
                    <a:pt x="813480" y="96798"/>
                    <a:pt x="824903" y="90917"/>
                  </a:cubicBezTo>
                  <a:cubicBezTo>
                    <a:pt x="836327" y="85035"/>
                    <a:pt x="848418" y="82171"/>
                    <a:pt x="861176" y="82325"/>
                  </a:cubicBezTo>
                  <a:cubicBezTo>
                    <a:pt x="881483" y="82128"/>
                    <a:pt x="898181" y="89579"/>
                    <a:pt x="911270" y="104680"/>
                  </a:cubicBezTo>
                  <a:cubicBezTo>
                    <a:pt x="924358" y="119781"/>
                    <a:pt x="931128" y="143713"/>
                    <a:pt x="931579" y="176476"/>
                  </a:cubicBezTo>
                  <a:lnTo>
                    <a:pt x="931579" y="314912"/>
                  </a:lnTo>
                  <a:lnTo>
                    <a:pt x="872242" y="314912"/>
                  </a:lnTo>
                  <a:lnTo>
                    <a:pt x="872242" y="185896"/>
                  </a:lnTo>
                  <a:cubicBezTo>
                    <a:pt x="872370" y="169291"/>
                    <a:pt x="869860" y="156116"/>
                    <a:pt x="864711" y="146372"/>
                  </a:cubicBezTo>
                  <a:cubicBezTo>
                    <a:pt x="859562" y="136627"/>
                    <a:pt x="851006" y="131644"/>
                    <a:pt x="839042" y="131422"/>
                  </a:cubicBezTo>
                  <a:cubicBezTo>
                    <a:pt x="830204" y="131303"/>
                    <a:pt x="822160" y="134818"/>
                    <a:pt x="814910" y="141969"/>
                  </a:cubicBezTo>
                  <a:cubicBezTo>
                    <a:pt x="807661" y="149119"/>
                    <a:pt x="803818" y="160622"/>
                    <a:pt x="803382" y="176476"/>
                  </a:cubicBezTo>
                  <a:lnTo>
                    <a:pt x="803382" y="314912"/>
                  </a:lnTo>
                  <a:lnTo>
                    <a:pt x="744045" y="314912"/>
                  </a:lnTo>
                  <a:lnTo>
                    <a:pt x="744045" y="180162"/>
                  </a:lnTo>
                  <a:cubicBezTo>
                    <a:pt x="744182" y="166305"/>
                    <a:pt x="741757" y="154802"/>
                    <a:pt x="736770" y="145655"/>
                  </a:cubicBezTo>
                  <a:cubicBezTo>
                    <a:pt x="731783" y="136508"/>
                    <a:pt x="723415" y="131764"/>
                    <a:pt x="711665" y="131422"/>
                  </a:cubicBezTo>
                  <a:cubicBezTo>
                    <a:pt x="702792" y="131435"/>
                    <a:pt x="694612" y="135300"/>
                    <a:pt x="687123" y="143017"/>
                  </a:cubicBezTo>
                  <a:cubicBezTo>
                    <a:pt x="679634" y="150734"/>
                    <a:pt x="675655" y="162224"/>
                    <a:pt x="675185" y="177489"/>
                  </a:cubicBezTo>
                  <a:lnTo>
                    <a:pt x="675185" y="314912"/>
                  </a:lnTo>
                  <a:lnTo>
                    <a:pt x="615848" y="314912"/>
                  </a:lnTo>
                  <a:lnTo>
                    <a:pt x="615848" y="155337"/>
                  </a:lnTo>
                  <a:cubicBezTo>
                    <a:pt x="615831" y="142073"/>
                    <a:pt x="615661" y="129835"/>
                    <a:pt x="615336" y="118622"/>
                  </a:cubicBezTo>
                  <a:cubicBezTo>
                    <a:pt x="615012" y="107410"/>
                    <a:pt x="614637" y="96812"/>
                    <a:pt x="614210" y="86830"/>
                  </a:cubicBezTo>
                  <a:lnTo>
                    <a:pt x="665774" y="86830"/>
                  </a:lnTo>
                  <a:lnTo>
                    <a:pt x="668638" y="117511"/>
                  </a:lnTo>
                  <a:lnTo>
                    <a:pt x="669866" y="117511"/>
                  </a:lnTo>
                  <a:cubicBezTo>
                    <a:pt x="675096" y="108885"/>
                    <a:pt x="682967" y="100975"/>
                    <a:pt x="693477" y="93781"/>
                  </a:cubicBezTo>
                  <a:cubicBezTo>
                    <a:pt x="703988" y="86587"/>
                    <a:pt x="717702" y="82768"/>
                    <a:pt x="734618" y="82325"/>
                  </a:cubicBezTo>
                  <a:close/>
                  <a:moveTo>
                    <a:pt x="472720" y="81915"/>
                  </a:moveTo>
                  <a:cubicBezTo>
                    <a:pt x="505010" y="82467"/>
                    <a:pt x="530332" y="93330"/>
                    <a:pt x="548685" y="114505"/>
                  </a:cubicBezTo>
                  <a:cubicBezTo>
                    <a:pt x="567039" y="135680"/>
                    <a:pt x="576386" y="163854"/>
                    <a:pt x="576725" y="199027"/>
                  </a:cubicBezTo>
                  <a:cubicBezTo>
                    <a:pt x="576352" y="227853"/>
                    <a:pt x="570915" y="251123"/>
                    <a:pt x="560414" y="268836"/>
                  </a:cubicBezTo>
                  <a:cubicBezTo>
                    <a:pt x="549914" y="286550"/>
                    <a:pt x="536590" y="299439"/>
                    <a:pt x="520445" y="307504"/>
                  </a:cubicBezTo>
                  <a:cubicBezTo>
                    <a:pt x="504299" y="315568"/>
                    <a:pt x="487571" y="319539"/>
                    <a:pt x="470262" y="319417"/>
                  </a:cubicBezTo>
                  <a:cubicBezTo>
                    <a:pt x="438976" y="319155"/>
                    <a:pt x="413688" y="308838"/>
                    <a:pt x="394396" y="288465"/>
                  </a:cubicBezTo>
                  <a:cubicBezTo>
                    <a:pt x="375105" y="268092"/>
                    <a:pt x="365178" y="239235"/>
                    <a:pt x="364617" y="201895"/>
                  </a:cubicBezTo>
                  <a:cubicBezTo>
                    <a:pt x="365255" y="163377"/>
                    <a:pt x="375539" y="133803"/>
                    <a:pt x="395471" y="113174"/>
                  </a:cubicBezTo>
                  <a:cubicBezTo>
                    <a:pt x="415402" y="92546"/>
                    <a:pt x="441152" y="82126"/>
                    <a:pt x="472720" y="81915"/>
                  </a:cubicBezTo>
                  <a:close/>
                  <a:moveTo>
                    <a:pt x="326742" y="81915"/>
                  </a:moveTo>
                  <a:cubicBezTo>
                    <a:pt x="329558" y="81915"/>
                    <a:pt x="332015" y="82017"/>
                    <a:pt x="334114" y="82222"/>
                  </a:cubicBezTo>
                  <a:cubicBezTo>
                    <a:pt x="336213" y="82427"/>
                    <a:pt x="338261" y="82734"/>
                    <a:pt x="340258" y="83144"/>
                  </a:cubicBezTo>
                  <a:lnTo>
                    <a:pt x="340258" y="140843"/>
                  </a:lnTo>
                  <a:cubicBezTo>
                    <a:pt x="338022" y="140433"/>
                    <a:pt x="335633" y="140126"/>
                    <a:pt x="333090" y="139921"/>
                  </a:cubicBezTo>
                  <a:cubicBezTo>
                    <a:pt x="330547" y="139716"/>
                    <a:pt x="327749" y="139614"/>
                    <a:pt x="324694" y="139614"/>
                  </a:cubicBezTo>
                  <a:cubicBezTo>
                    <a:pt x="310675" y="139571"/>
                    <a:pt x="299190" y="144265"/>
                    <a:pt x="290238" y="153696"/>
                  </a:cubicBezTo>
                  <a:cubicBezTo>
                    <a:pt x="281288" y="163128"/>
                    <a:pt x="276663" y="177556"/>
                    <a:pt x="276364" y="196981"/>
                  </a:cubicBezTo>
                  <a:lnTo>
                    <a:pt x="276364" y="314912"/>
                  </a:lnTo>
                  <a:lnTo>
                    <a:pt x="215798" y="314912"/>
                  </a:lnTo>
                  <a:lnTo>
                    <a:pt x="215798" y="158081"/>
                  </a:lnTo>
                  <a:cubicBezTo>
                    <a:pt x="215781" y="144030"/>
                    <a:pt x="215611" y="131183"/>
                    <a:pt x="215286" y="119538"/>
                  </a:cubicBezTo>
                  <a:cubicBezTo>
                    <a:pt x="214962" y="107893"/>
                    <a:pt x="214587" y="96991"/>
                    <a:pt x="214160" y="86830"/>
                  </a:cubicBezTo>
                  <a:lnTo>
                    <a:pt x="266134" y="86830"/>
                  </a:lnTo>
                  <a:lnTo>
                    <a:pt x="268589" y="126551"/>
                  </a:lnTo>
                  <a:lnTo>
                    <a:pt x="270226" y="126551"/>
                  </a:lnTo>
                  <a:cubicBezTo>
                    <a:pt x="275906" y="111792"/>
                    <a:pt x="283994" y="100668"/>
                    <a:pt x="294489" y="93177"/>
                  </a:cubicBezTo>
                  <a:cubicBezTo>
                    <a:pt x="304983" y="85686"/>
                    <a:pt x="315734" y="81932"/>
                    <a:pt x="326742" y="81915"/>
                  </a:cubicBezTo>
                  <a:close/>
                  <a:moveTo>
                    <a:pt x="0" y="0"/>
                  </a:moveTo>
                  <a:lnTo>
                    <a:pt x="168693" y="0"/>
                  </a:lnTo>
                  <a:lnTo>
                    <a:pt x="168693" y="50736"/>
                  </a:lnTo>
                  <a:lnTo>
                    <a:pt x="60566" y="50736"/>
                  </a:lnTo>
                  <a:lnTo>
                    <a:pt x="60566" y="133931"/>
                  </a:lnTo>
                  <a:lnTo>
                    <a:pt x="161321" y="133931"/>
                  </a:lnTo>
                  <a:lnTo>
                    <a:pt x="161321" y="183438"/>
                  </a:lnTo>
                  <a:lnTo>
                    <a:pt x="60566" y="183438"/>
                  </a:lnTo>
                  <a:lnTo>
                    <a:pt x="60566" y="314912"/>
                  </a:lnTo>
                  <a:lnTo>
                    <a:pt x="0" y="314912"/>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3" name="Google Shape;163;g1a42daebaef_0_507"/>
            <p:cNvSpPr/>
            <p:nvPr/>
          </p:nvSpPr>
          <p:spPr>
            <a:xfrm>
              <a:off x="2981320" y="1762421"/>
              <a:ext cx="1562180" cy="614083"/>
            </a:xfrm>
            <a:custGeom>
              <a:rect b="b" l="l" r="r" t="t"/>
              <a:pathLst>
                <a:path extrusionOk="0" h="319419" w="1075511">
                  <a:moveTo>
                    <a:pt x="376241" y="126508"/>
                  </a:moveTo>
                  <a:cubicBezTo>
                    <a:pt x="365100" y="126778"/>
                    <a:pt x="356191" y="130607"/>
                    <a:pt x="349512" y="137995"/>
                  </a:cubicBezTo>
                  <a:cubicBezTo>
                    <a:pt x="342834" y="145382"/>
                    <a:pt x="338022" y="154704"/>
                    <a:pt x="335078" y="165961"/>
                  </a:cubicBezTo>
                  <a:cubicBezTo>
                    <a:pt x="332133" y="177218"/>
                    <a:pt x="330691" y="188787"/>
                    <a:pt x="330752" y="200666"/>
                  </a:cubicBezTo>
                  <a:cubicBezTo>
                    <a:pt x="330786" y="221502"/>
                    <a:pt x="334611" y="238932"/>
                    <a:pt x="342227" y="252956"/>
                  </a:cubicBezTo>
                  <a:cubicBezTo>
                    <a:pt x="349842" y="266980"/>
                    <a:pt x="361044" y="274270"/>
                    <a:pt x="375831" y="274825"/>
                  </a:cubicBezTo>
                  <a:cubicBezTo>
                    <a:pt x="390226" y="274253"/>
                    <a:pt x="401189" y="266895"/>
                    <a:pt x="408719" y="252751"/>
                  </a:cubicBezTo>
                  <a:cubicBezTo>
                    <a:pt x="416249" y="238607"/>
                    <a:pt x="420039" y="221109"/>
                    <a:pt x="420091" y="200256"/>
                  </a:cubicBezTo>
                  <a:cubicBezTo>
                    <a:pt x="420126" y="188124"/>
                    <a:pt x="418644" y="176470"/>
                    <a:pt x="415644" y="165294"/>
                  </a:cubicBezTo>
                  <a:cubicBezTo>
                    <a:pt x="412643" y="154118"/>
                    <a:pt x="407913" y="144922"/>
                    <a:pt x="401452" y="137706"/>
                  </a:cubicBezTo>
                  <a:cubicBezTo>
                    <a:pt x="394991" y="130491"/>
                    <a:pt x="386588" y="126758"/>
                    <a:pt x="376241" y="126508"/>
                  </a:cubicBezTo>
                  <a:close/>
                  <a:moveTo>
                    <a:pt x="980517" y="124050"/>
                  </a:moveTo>
                  <a:cubicBezTo>
                    <a:pt x="970856" y="124285"/>
                    <a:pt x="962948" y="127186"/>
                    <a:pt x="956793" y="132751"/>
                  </a:cubicBezTo>
                  <a:cubicBezTo>
                    <a:pt x="950637" y="138316"/>
                    <a:pt x="946008" y="145133"/>
                    <a:pt x="942904" y="153204"/>
                  </a:cubicBezTo>
                  <a:cubicBezTo>
                    <a:pt x="939800" y="161274"/>
                    <a:pt x="937993" y="169185"/>
                    <a:pt x="937485" y="176936"/>
                  </a:cubicBezTo>
                  <a:lnTo>
                    <a:pt x="1019451" y="176936"/>
                  </a:lnTo>
                  <a:cubicBezTo>
                    <a:pt x="1019654" y="168798"/>
                    <a:pt x="1018565" y="160705"/>
                    <a:pt x="1016187" y="152657"/>
                  </a:cubicBezTo>
                  <a:cubicBezTo>
                    <a:pt x="1013809" y="144609"/>
                    <a:pt x="1009747" y="137883"/>
                    <a:pt x="1003999" y="132477"/>
                  </a:cubicBezTo>
                  <a:cubicBezTo>
                    <a:pt x="998251" y="127072"/>
                    <a:pt x="990424" y="124263"/>
                    <a:pt x="980517" y="124050"/>
                  </a:cubicBezTo>
                  <a:close/>
                  <a:moveTo>
                    <a:pt x="639368" y="82325"/>
                  </a:moveTo>
                  <a:cubicBezTo>
                    <a:pt x="653408" y="82452"/>
                    <a:pt x="665451" y="85879"/>
                    <a:pt x="675495" y="92604"/>
                  </a:cubicBezTo>
                  <a:cubicBezTo>
                    <a:pt x="685540" y="99330"/>
                    <a:pt x="692873" y="108587"/>
                    <a:pt x="697493" y="120375"/>
                  </a:cubicBezTo>
                  <a:lnTo>
                    <a:pt x="698311" y="120375"/>
                  </a:lnTo>
                  <a:cubicBezTo>
                    <a:pt x="707782" y="106618"/>
                    <a:pt x="718229" y="96798"/>
                    <a:pt x="729653" y="90917"/>
                  </a:cubicBezTo>
                  <a:cubicBezTo>
                    <a:pt x="741077" y="85035"/>
                    <a:pt x="753168" y="82171"/>
                    <a:pt x="765926" y="82325"/>
                  </a:cubicBezTo>
                  <a:cubicBezTo>
                    <a:pt x="786233" y="82128"/>
                    <a:pt x="802932" y="89579"/>
                    <a:pt x="816020" y="104680"/>
                  </a:cubicBezTo>
                  <a:cubicBezTo>
                    <a:pt x="829108" y="119781"/>
                    <a:pt x="835878" y="143713"/>
                    <a:pt x="836330" y="176476"/>
                  </a:cubicBezTo>
                  <a:lnTo>
                    <a:pt x="836330" y="314912"/>
                  </a:lnTo>
                  <a:lnTo>
                    <a:pt x="776992" y="314912"/>
                  </a:lnTo>
                  <a:lnTo>
                    <a:pt x="776992" y="185896"/>
                  </a:lnTo>
                  <a:cubicBezTo>
                    <a:pt x="777120" y="169291"/>
                    <a:pt x="774610" y="156116"/>
                    <a:pt x="769461" y="146372"/>
                  </a:cubicBezTo>
                  <a:cubicBezTo>
                    <a:pt x="764312" y="136627"/>
                    <a:pt x="755756" y="131644"/>
                    <a:pt x="743792" y="131422"/>
                  </a:cubicBezTo>
                  <a:cubicBezTo>
                    <a:pt x="734954" y="131303"/>
                    <a:pt x="726910" y="134818"/>
                    <a:pt x="719660" y="141969"/>
                  </a:cubicBezTo>
                  <a:cubicBezTo>
                    <a:pt x="712411" y="149119"/>
                    <a:pt x="708568" y="160622"/>
                    <a:pt x="708133" y="176476"/>
                  </a:cubicBezTo>
                  <a:lnTo>
                    <a:pt x="708133" y="314912"/>
                  </a:lnTo>
                  <a:lnTo>
                    <a:pt x="648795" y="314912"/>
                  </a:lnTo>
                  <a:lnTo>
                    <a:pt x="648795" y="180162"/>
                  </a:lnTo>
                  <a:cubicBezTo>
                    <a:pt x="648932" y="166305"/>
                    <a:pt x="646507" y="154802"/>
                    <a:pt x="641520" y="145655"/>
                  </a:cubicBezTo>
                  <a:cubicBezTo>
                    <a:pt x="636533" y="136508"/>
                    <a:pt x="628165" y="131764"/>
                    <a:pt x="616415" y="131422"/>
                  </a:cubicBezTo>
                  <a:cubicBezTo>
                    <a:pt x="607543" y="131435"/>
                    <a:pt x="599362" y="135300"/>
                    <a:pt x="591873" y="143017"/>
                  </a:cubicBezTo>
                  <a:cubicBezTo>
                    <a:pt x="584384" y="150734"/>
                    <a:pt x="580405" y="162224"/>
                    <a:pt x="579936" y="177489"/>
                  </a:cubicBezTo>
                  <a:lnTo>
                    <a:pt x="579936" y="314912"/>
                  </a:lnTo>
                  <a:lnTo>
                    <a:pt x="520599" y="314912"/>
                  </a:lnTo>
                  <a:lnTo>
                    <a:pt x="520599" y="155337"/>
                  </a:lnTo>
                  <a:cubicBezTo>
                    <a:pt x="520581" y="142073"/>
                    <a:pt x="520411" y="129835"/>
                    <a:pt x="520086" y="118622"/>
                  </a:cubicBezTo>
                  <a:cubicBezTo>
                    <a:pt x="519762" y="107410"/>
                    <a:pt x="519387" y="96812"/>
                    <a:pt x="518960" y="86830"/>
                  </a:cubicBezTo>
                  <a:lnTo>
                    <a:pt x="570524" y="86830"/>
                  </a:lnTo>
                  <a:lnTo>
                    <a:pt x="573388" y="117511"/>
                  </a:lnTo>
                  <a:lnTo>
                    <a:pt x="574616" y="117511"/>
                  </a:lnTo>
                  <a:cubicBezTo>
                    <a:pt x="579846" y="108885"/>
                    <a:pt x="587717" y="100975"/>
                    <a:pt x="598228" y="93781"/>
                  </a:cubicBezTo>
                  <a:cubicBezTo>
                    <a:pt x="608739" y="86587"/>
                    <a:pt x="622452" y="82768"/>
                    <a:pt x="639368" y="82325"/>
                  </a:cubicBezTo>
                  <a:close/>
                  <a:moveTo>
                    <a:pt x="984206" y="81915"/>
                  </a:moveTo>
                  <a:cubicBezTo>
                    <a:pt x="1012203" y="82015"/>
                    <a:pt x="1034332" y="91633"/>
                    <a:pt x="1050595" y="110769"/>
                  </a:cubicBezTo>
                  <a:cubicBezTo>
                    <a:pt x="1066858" y="129906"/>
                    <a:pt x="1075163" y="157961"/>
                    <a:pt x="1075511" y="194936"/>
                  </a:cubicBezTo>
                  <a:cubicBezTo>
                    <a:pt x="1075520" y="199470"/>
                    <a:pt x="1075401" y="203799"/>
                    <a:pt x="1075154" y="207924"/>
                  </a:cubicBezTo>
                  <a:cubicBezTo>
                    <a:pt x="1074906" y="212049"/>
                    <a:pt x="1074480" y="215765"/>
                    <a:pt x="1073874" y="219071"/>
                  </a:cubicBezTo>
                  <a:lnTo>
                    <a:pt x="937485" y="219071"/>
                  </a:lnTo>
                  <a:cubicBezTo>
                    <a:pt x="938749" y="238382"/>
                    <a:pt x="945238" y="252338"/>
                    <a:pt x="956952" y="260939"/>
                  </a:cubicBezTo>
                  <a:cubicBezTo>
                    <a:pt x="968666" y="269539"/>
                    <a:pt x="982942" y="273758"/>
                    <a:pt x="999780" y="273596"/>
                  </a:cubicBezTo>
                  <a:cubicBezTo>
                    <a:pt x="1010987" y="273536"/>
                    <a:pt x="1021140" y="272631"/>
                    <a:pt x="1030240" y="270880"/>
                  </a:cubicBezTo>
                  <a:cubicBezTo>
                    <a:pt x="1039339" y="269129"/>
                    <a:pt x="1047746" y="266892"/>
                    <a:pt x="1055461" y="264167"/>
                  </a:cubicBezTo>
                  <a:lnTo>
                    <a:pt x="1064054" y="305916"/>
                  </a:lnTo>
                  <a:cubicBezTo>
                    <a:pt x="1054515" y="310041"/>
                    <a:pt x="1043413" y="313246"/>
                    <a:pt x="1030749" y="315530"/>
                  </a:cubicBezTo>
                  <a:cubicBezTo>
                    <a:pt x="1018085" y="317815"/>
                    <a:pt x="1004619" y="318974"/>
                    <a:pt x="990353" y="319008"/>
                  </a:cubicBezTo>
                  <a:cubicBezTo>
                    <a:pt x="954918" y="318644"/>
                    <a:pt x="927682" y="308326"/>
                    <a:pt x="908645" y="288055"/>
                  </a:cubicBezTo>
                  <a:cubicBezTo>
                    <a:pt x="889609" y="267784"/>
                    <a:pt x="879989" y="239744"/>
                    <a:pt x="879786" y="203936"/>
                  </a:cubicBezTo>
                  <a:cubicBezTo>
                    <a:pt x="879839" y="181797"/>
                    <a:pt x="883917" y="161543"/>
                    <a:pt x="892020" y="143173"/>
                  </a:cubicBezTo>
                  <a:cubicBezTo>
                    <a:pt x="900123" y="124803"/>
                    <a:pt x="911935" y="110074"/>
                    <a:pt x="927458" y="98986"/>
                  </a:cubicBezTo>
                  <a:cubicBezTo>
                    <a:pt x="942980" y="87898"/>
                    <a:pt x="961896" y="82208"/>
                    <a:pt x="984206" y="81915"/>
                  </a:cubicBezTo>
                  <a:close/>
                  <a:moveTo>
                    <a:pt x="377471" y="81915"/>
                  </a:moveTo>
                  <a:cubicBezTo>
                    <a:pt x="409761" y="82467"/>
                    <a:pt x="435082" y="93330"/>
                    <a:pt x="453436" y="114505"/>
                  </a:cubicBezTo>
                  <a:cubicBezTo>
                    <a:pt x="471789" y="135680"/>
                    <a:pt x="481136" y="163854"/>
                    <a:pt x="481476" y="199027"/>
                  </a:cubicBezTo>
                  <a:cubicBezTo>
                    <a:pt x="481102" y="227853"/>
                    <a:pt x="475665" y="251123"/>
                    <a:pt x="465165" y="268836"/>
                  </a:cubicBezTo>
                  <a:cubicBezTo>
                    <a:pt x="454664" y="286550"/>
                    <a:pt x="441341" y="299439"/>
                    <a:pt x="425195" y="307504"/>
                  </a:cubicBezTo>
                  <a:cubicBezTo>
                    <a:pt x="409049" y="315568"/>
                    <a:pt x="392321" y="319539"/>
                    <a:pt x="375012" y="319417"/>
                  </a:cubicBezTo>
                  <a:cubicBezTo>
                    <a:pt x="343727" y="319155"/>
                    <a:pt x="318438" y="308838"/>
                    <a:pt x="299146" y="288465"/>
                  </a:cubicBezTo>
                  <a:cubicBezTo>
                    <a:pt x="279855" y="268092"/>
                    <a:pt x="269928" y="239235"/>
                    <a:pt x="269367" y="201895"/>
                  </a:cubicBezTo>
                  <a:cubicBezTo>
                    <a:pt x="270005" y="163377"/>
                    <a:pt x="280289" y="133803"/>
                    <a:pt x="300221" y="113174"/>
                  </a:cubicBezTo>
                  <a:cubicBezTo>
                    <a:pt x="320152" y="92546"/>
                    <a:pt x="345902" y="82126"/>
                    <a:pt x="377471" y="81915"/>
                  </a:cubicBezTo>
                  <a:close/>
                  <a:moveTo>
                    <a:pt x="0" y="0"/>
                  </a:moveTo>
                  <a:lnTo>
                    <a:pt x="60566" y="0"/>
                  </a:lnTo>
                  <a:lnTo>
                    <a:pt x="60566" y="125740"/>
                  </a:lnTo>
                  <a:lnTo>
                    <a:pt x="167926" y="125740"/>
                  </a:lnTo>
                  <a:lnTo>
                    <a:pt x="167926" y="0"/>
                  </a:lnTo>
                  <a:lnTo>
                    <a:pt x="228491" y="0"/>
                  </a:lnTo>
                  <a:lnTo>
                    <a:pt x="228491" y="314912"/>
                  </a:lnTo>
                  <a:lnTo>
                    <a:pt x="167926" y="314912"/>
                  </a:lnTo>
                  <a:lnTo>
                    <a:pt x="167926" y="179343"/>
                  </a:lnTo>
                  <a:lnTo>
                    <a:pt x="60566" y="179343"/>
                  </a:lnTo>
                  <a:lnTo>
                    <a:pt x="60566" y="314912"/>
                  </a:lnTo>
                  <a:lnTo>
                    <a:pt x="0" y="314912"/>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4" name="Google Shape;164;g1a42daebaef_0_507"/>
            <p:cNvSpPr/>
            <p:nvPr/>
          </p:nvSpPr>
          <p:spPr>
            <a:xfrm>
              <a:off x="1608799" y="2481724"/>
              <a:ext cx="5898000" cy="89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5" name="Google Shape;165;g1a42daebaef_0_507"/>
            <p:cNvSpPr/>
            <p:nvPr/>
          </p:nvSpPr>
          <p:spPr>
            <a:xfrm>
              <a:off x="1608800" y="1931653"/>
              <a:ext cx="91200" cy="6393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6" name="Google Shape;166;g1a42daebaef_0_507"/>
            <p:cNvSpPr/>
            <p:nvPr/>
          </p:nvSpPr>
          <p:spPr>
            <a:xfrm>
              <a:off x="2594839" y="1931654"/>
              <a:ext cx="91200" cy="6393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7" name="Google Shape;167;g1a42daebaef_0_507"/>
            <p:cNvSpPr/>
            <p:nvPr/>
          </p:nvSpPr>
          <p:spPr>
            <a:xfrm rot="2700000">
              <a:off x="1864520" y="1315669"/>
              <a:ext cx="91217" cy="76070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8" name="Google Shape;168;g1a42daebaef_0_507"/>
            <p:cNvSpPr/>
            <p:nvPr/>
          </p:nvSpPr>
          <p:spPr>
            <a:xfrm rot="-2700000">
              <a:off x="2338666" y="1311217"/>
              <a:ext cx="91217" cy="76197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9" name="Google Shape;169;g1a42daebaef_0_507"/>
            <p:cNvSpPr/>
            <p:nvPr/>
          </p:nvSpPr>
          <p:spPr>
            <a:xfrm>
              <a:off x="-975581" y="2485756"/>
              <a:ext cx="2121300" cy="89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NG sets layout" showMasterSp="0">
  <p:cSld name="PNG sets layout">
    <p:spTree>
      <p:nvGrpSpPr>
        <p:cNvPr id="170" name="Shape 170"/>
        <p:cNvGrpSpPr/>
        <p:nvPr/>
      </p:nvGrpSpPr>
      <p:grpSpPr>
        <a:xfrm>
          <a:off x="0" y="0"/>
          <a:ext cx="0" cy="0"/>
          <a:chOff x="0" y="0"/>
          <a:chExt cx="0" cy="0"/>
        </a:xfrm>
      </p:grpSpPr>
      <p:sp>
        <p:nvSpPr>
          <p:cNvPr id="171" name="Google Shape;171;g1a42daebaef_0_523"/>
          <p:cNvSpPr txBox="1"/>
          <p:nvPr>
            <p:ph idx="1" type="body"/>
          </p:nvPr>
        </p:nvSpPr>
        <p:spPr>
          <a:xfrm>
            <a:off x="323529" y="332482"/>
            <a:ext cx="11573100" cy="7242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5400"/>
              <a:buFont typeface="Arial"/>
              <a:buNone/>
              <a:defRPr b="0" i="0" sz="54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con sets layout" showMasterSp="0">
  <p:cSld name="1_Icon sets layout">
    <p:spTree>
      <p:nvGrpSpPr>
        <p:cNvPr id="172" name="Shape 172"/>
        <p:cNvGrpSpPr/>
        <p:nvPr/>
      </p:nvGrpSpPr>
      <p:grpSpPr>
        <a:xfrm>
          <a:off x="0" y="0"/>
          <a:ext cx="0" cy="0"/>
          <a:chOff x="0" y="0"/>
          <a:chExt cx="0" cy="0"/>
        </a:xfrm>
      </p:grpSpPr>
      <p:sp>
        <p:nvSpPr>
          <p:cNvPr id="173" name="Google Shape;173;g1a42daebaef_0_525"/>
          <p:cNvSpPr txBox="1"/>
          <p:nvPr>
            <p:ph idx="1" type="body"/>
          </p:nvPr>
        </p:nvSpPr>
        <p:spPr>
          <a:xfrm>
            <a:off x="323529" y="123478"/>
            <a:ext cx="11573100" cy="7242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4" name="Google Shape;174;g1a42daebaef_0_525"/>
          <p:cNvSpPr/>
          <p:nvPr/>
        </p:nvSpPr>
        <p:spPr>
          <a:xfrm>
            <a:off x="354010" y="1131591"/>
            <a:ext cx="3560700" cy="5402700"/>
          </a:xfrm>
          <a:prstGeom prst="roundRect">
            <a:avLst>
              <a:gd fmla="val 396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Arial"/>
              <a:ea typeface="Arial"/>
              <a:cs typeface="Arial"/>
              <a:sym typeface="Arial"/>
            </a:endParaRPr>
          </a:p>
        </p:txBody>
      </p:sp>
      <p:sp>
        <p:nvSpPr>
          <p:cNvPr id="175" name="Google Shape;175;g1a42daebaef_0_525"/>
          <p:cNvSpPr/>
          <p:nvPr/>
        </p:nvSpPr>
        <p:spPr>
          <a:xfrm>
            <a:off x="531933" y="1347500"/>
            <a:ext cx="153900" cy="5015100"/>
          </a:xfrm>
          <a:prstGeom prst="roundRect">
            <a:avLst>
              <a:gd fmla="val 50000" name="adj"/>
            </a:avLst>
          </a:prstGeom>
          <a:solidFill>
            <a:schemeClr val="lt1">
              <a:alpha val="40392"/>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Arial"/>
              <a:ea typeface="Arial"/>
              <a:cs typeface="Arial"/>
              <a:sym typeface="Arial"/>
            </a:endParaRPr>
          </a:p>
        </p:txBody>
      </p:sp>
      <p:sp>
        <p:nvSpPr>
          <p:cNvPr id="176" name="Google Shape;176;g1a42daebaef_0_525"/>
          <p:cNvSpPr/>
          <p:nvPr/>
        </p:nvSpPr>
        <p:spPr>
          <a:xfrm rot="5400000">
            <a:off x="3057175" y="1276603"/>
            <a:ext cx="685800" cy="685200"/>
          </a:xfrm>
          <a:prstGeom prst="halfFrame">
            <a:avLst>
              <a:gd fmla="val 23728" name="adj1"/>
              <a:gd fmla="val 24642" name="adj2"/>
            </a:avLst>
          </a:prstGeom>
          <a:solidFill>
            <a:schemeClr val="lt1">
              <a:alpha val="2274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262626"/>
              </a:solidFill>
              <a:latin typeface="Arial"/>
              <a:ea typeface="Arial"/>
              <a:cs typeface="Arial"/>
              <a:sym typeface="Arial"/>
            </a:endParaRPr>
          </a:p>
        </p:txBody>
      </p:sp>
      <p:sp>
        <p:nvSpPr>
          <p:cNvPr id="177" name="Google Shape;177;g1a42daebaef_0_525"/>
          <p:cNvSpPr txBox="1"/>
          <p:nvPr/>
        </p:nvSpPr>
        <p:spPr>
          <a:xfrm>
            <a:off x="711704" y="1637214"/>
            <a:ext cx="2232300" cy="523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ru-KZ" sz="1400" u="none" cap="none" strike="noStrike">
                <a:solidFill>
                  <a:schemeClr val="lt1"/>
                </a:solidFill>
                <a:latin typeface="Arial"/>
                <a:ea typeface="Arial"/>
                <a:cs typeface="Arial"/>
                <a:sym typeface="Arial"/>
              </a:rPr>
              <a:t>You can Resize without losing quality</a:t>
            </a:r>
            <a:endParaRPr b="1" i="0" sz="1400" u="none" cap="none" strike="noStrike">
              <a:solidFill>
                <a:schemeClr val="lt1"/>
              </a:solidFill>
              <a:latin typeface="Arial"/>
              <a:ea typeface="Arial"/>
              <a:cs typeface="Arial"/>
              <a:sym typeface="Arial"/>
            </a:endParaRPr>
          </a:p>
        </p:txBody>
      </p:sp>
      <p:sp>
        <p:nvSpPr>
          <p:cNvPr id="178" name="Google Shape;178;g1a42daebaef_0_525"/>
          <p:cNvSpPr txBox="1"/>
          <p:nvPr/>
        </p:nvSpPr>
        <p:spPr>
          <a:xfrm>
            <a:off x="711704" y="2127463"/>
            <a:ext cx="2232300" cy="7389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ru-KZ" sz="1400" u="none" cap="none" strike="noStrike">
                <a:solidFill>
                  <a:schemeClr val="lt1"/>
                </a:solidFill>
                <a:latin typeface="Arial"/>
                <a:ea typeface="Arial"/>
                <a:cs typeface="Arial"/>
                <a:sym typeface="Arial"/>
              </a:rPr>
              <a:t>You can Change Fill Color &amp;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ru-KZ" sz="1400" u="none" cap="none" strike="noStrike">
                <a:solidFill>
                  <a:schemeClr val="lt1"/>
                </a:solidFill>
                <a:latin typeface="Arial"/>
                <a:ea typeface="Arial"/>
                <a:cs typeface="Arial"/>
                <a:sym typeface="Arial"/>
              </a:rPr>
              <a:t>Line Color</a:t>
            </a:r>
            <a:endParaRPr b="1" i="0" sz="1400" u="none" cap="none" strike="noStrike">
              <a:solidFill>
                <a:schemeClr val="lt1"/>
              </a:solidFill>
              <a:latin typeface="Arial"/>
              <a:ea typeface="Arial"/>
              <a:cs typeface="Arial"/>
              <a:sym typeface="Arial"/>
            </a:endParaRPr>
          </a:p>
        </p:txBody>
      </p:sp>
      <p:sp>
        <p:nvSpPr>
          <p:cNvPr id="179" name="Google Shape;179;g1a42daebaef_0_525"/>
          <p:cNvSpPr txBox="1"/>
          <p:nvPr/>
        </p:nvSpPr>
        <p:spPr>
          <a:xfrm>
            <a:off x="721229" y="5808438"/>
            <a:ext cx="2232000" cy="3078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ru-KZ" sz="1400" u="none" cap="none" strike="noStrike">
                <a:solidFill>
                  <a:schemeClr val="lt1"/>
                </a:solidFill>
                <a:latin typeface="Arial"/>
                <a:ea typeface="Arial"/>
                <a:cs typeface="Arial"/>
                <a:sym typeface="Arial"/>
              </a:rPr>
              <a:t>www.allppt.com</a:t>
            </a:r>
            <a:endParaRPr b="0" i="0" sz="1400" u="none" cap="none" strike="noStrike">
              <a:solidFill>
                <a:schemeClr val="lt1"/>
              </a:solidFill>
              <a:latin typeface="Arial"/>
              <a:ea typeface="Arial"/>
              <a:cs typeface="Arial"/>
              <a:sym typeface="Arial"/>
            </a:endParaRPr>
          </a:p>
        </p:txBody>
      </p:sp>
      <p:sp>
        <p:nvSpPr>
          <p:cNvPr id="180" name="Google Shape;180;g1a42daebaef_0_525"/>
          <p:cNvSpPr txBox="1"/>
          <p:nvPr/>
        </p:nvSpPr>
        <p:spPr>
          <a:xfrm>
            <a:off x="721229" y="4450324"/>
            <a:ext cx="2717400" cy="13854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ru-KZ" sz="2800" u="none" cap="none" strike="noStrike">
                <a:solidFill>
                  <a:schemeClr val="lt1"/>
                </a:solidFill>
                <a:latin typeface="Arial"/>
                <a:ea typeface="Arial"/>
                <a:cs typeface="Arial"/>
                <a:sym typeface="Arial"/>
              </a:rPr>
              <a:t>FREE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ru-KZ" sz="2800" u="none" cap="none" strike="noStrike">
                <a:solidFill>
                  <a:schemeClr val="lt1"/>
                </a:solidFill>
                <a:latin typeface="Arial"/>
                <a:ea typeface="Arial"/>
                <a:cs typeface="Arial"/>
                <a:sym typeface="Arial"/>
              </a:rPr>
              <a:t>PPT TEMPLATES</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5" Type="http://schemas.openxmlformats.org/officeDocument/2006/relationships/slideLayout" Target="../slideLayouts/slideLayout17.xml"/><Relationship Id="rId19" Type="http://schemas.openxmlformats.org/officeDocument/2006/relationships/slideLayout" Target="../slideLayouts/slideLayout31.xml"/><Relationship Id="rId6" Type="http://schemas.openxmlformats.org/officeDocument/2006/relationships/slideLayout" Target="../slideLayouts/slideLayout18.xml"/><Relationship Id="rId18" Type="http://schemas.openxmlformats.org/officeDocument/2006/relationships/slideLayout" Target="../slideLayouts/slideLayout30.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KZ"/>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
          <p:cNvSpPr/>
          <p:nvPr/>
        </p:nvSpPr>
        <p:spPr>
          <a:xfrm>
            <a:off x="1929758" y="2595010"/>
            <a:ext cx="7995600" cy="2062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lang="ru-KZ" sz="3200">
                <a:solidFill>
                  <a:schemeClr val="dk1"/>
                </a:solidFill>
                <a:latin typeface="Quattrocento Sans"/>
                <a:ea typeface="Quattrocento Sans"/>
                <a:cs typeface="Quattrocento Sans"/>
                <a:sym typeface="Quattrocento Sans"/>
              </a:rPr>
              <a:t>TITLE </a:t>
            </a:r>
            <a:endParaRPr b="1" i="0" sz="3200" u="none" cap="none" strike="noStrike">
              <a:solidFill>
                <a:srgbClr val="7B7B7B"/>
              </a:solidFill>
              <a:latin typeface="Quattrocento Sans"/>
              <a:ea typeface="Quattrocento Sans"/>
              <a:cs typeface="Quattrocento Sans"/>
              <a:sym typeface="Quattrocento Sans"/>
            </a:endParaRPr>
          </a:p>
        </p:txBody>
      </p:sp>
      <p:sp>
        <p:nvSpPr>
          <p:cNvPr id="186" name="Google Shape;186;p1"/>
          <p:cNvSpPr/>
          <p:nvPr/>
        </p:nvSpPr>
        <p:spPr>
          <a:xfrm>
            <a:off x="6668850" y="5017600"/>
            <a:ext cx="5033100" cy="99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ru-KZ" sz="1800" u="none" cap="none" strike="noStrike">
                <a:solidFill>
                  <a:schemeClr val="dk1"/>
                </a:solidFill>
                <a:latin typeface="Quattrocento Sans"/>
                <a:ea typeface="Quattrocento Sans"/>
                <a:cs typeface="Quattrocento Sans"/>
                <a:sym typeface="Quattrocento Sans"/>
              </a:rPr>
              <a:t>Team leader: </a:t>
            </a:r>
            <a:endParaRPr sz="1800">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dk1"/>
              </a:buClr>
              <a:buSzPts val="1800"/>
              <a:buFont typeface="Arial"/>
              <a:buNone/>
            </a:pPr>
            <a:r>
              <a:rPr b="1" i="0" lang="ru-KZ" sz="1800" u="none" cap="none" strike="noStrike">
                <a:solidFill>
                  <a:schemeClr val="dk1"/>
                </a:solidFill>
                <a:latin typeface="Quattrocento Sans"/>
                <a:ea typeface="Quattrocento Sans"/>
                <a:cs typeface="Quattrocento Sans"/>
                <a:sym typeface="Quattrocento Sans"/>
              </a:rPr>
              <a:t>Team members</a:t>
            </a:r>
            <a:r>
              <a:rPr b="0" i="0" lang="ru-KZ" sz="1800" u="none" cap="none" strike="noStrike">
                <a:solidFill>
                  <a:schemeClr val="dk1"/>
                </a:solidFill>
                <a:latin typeface="Quattrocento Sans"/>
                <a:ea typeface="Quattrocento Sans"/>
                <a:cs typeface="Quattrocento Sans"/>
                <a:sym typeface="Quattrocento Sans"/>
              </a:rPr>
              <a:t>: </a:t>
            </a:r>
            <a:endParaRPr b="0" i="0" sz="14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800"/>
              <a:buFont typeface="Arial"/>
              <a:buNone/>
            </a:pPr>
            <a:r>
              <a:rPr b="1" i="0" lang="ru-KZ" sz="1800" u="none" cap="none" strike="noStrike">
                <a:solidFill>
                  <a:schemeClr val="dk1"/>
                </a:solidFill>
                <a:latin typeface="Quattrocento Sans"/>
                <a:ea typeface="Quattrocento Sans"/>
                <a:cs typeface="Quattrocento Sans"/>
                <a:sym typeface="Quattrocento Sans"/>
              </a:rPr>
              <a:t>Instructing teacher:  </a:t>
            </a:r>
            <a:endParaRPr b="1" i="0" sz="1400" u="none" cap="none" strike="noStrike">
              <a:solidFill>
                <a:srgbClr val="000000"/>
              </a:solidFill>
              <a:latin typeface="Quattrocento Sans"/>
              <a:ea typeface="Quattrocento Sans"/>
              <a:cs typeface="Quattrocento Sans"/>
              <a:sym typeface="Quattrocento Sans"/>
            </a:endParaRPr>
          </a:p>
        </p:txBody>
      </p:sp>
      <p:sp>
        <p:nvSpPr>
          <p:cNvPr id="187" name="Google Shape;187;p1"/>
          <p:cNvSpPr txBox="1"/>
          <p:nvPr/>
        </p:nvSpPr>
        <p:spPr>
          <a:xfrm>
            <a:off x="4890299" y="6373100"/>
            <a:ext cx="1887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1"/>
          <p:cNvSpPr txBox="1"/>
          <p:nvPr/>
        </p:nvSpPr>
        <p:spPr>
          <a:xfrm>
            <a:off x="1626550" y="3266650"/>
            <a:ext cx="975600" cy="523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Quattrocento Sans"/>
              <a:ea typeface="Quattrocento Sans"/>
              <a:cs typeface="Quattrocento Sans"/>
              <a:sym typeface="Quattrocento Sans"/>
            </a:endParaRPr>
          </a:p>
        </p:txBody>
      </p:sp>
      <p:sp>
        <p:nvSpPr>
          <p:cNvPr id="189" name="Google Shape;189;p1"/>
          <p:cNvSpPr txBox="1"/>
          <p:nvPr/>
        </p:nvSpPr>
        <p:spPr>
          <a:xfrm>
            <a:off x="2503500" y="561550"/>
            <a:ext cx="7046100" cy="153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ru-KZ" sz="2200" u="none" cap="none" strike="noStrike">
                <a:solidFill>
                  <a:srgbClr val="000000"/>
                </a:solidFill>
                <a:latin typeface="Quattrocento Sans"/>
                <a:ea typeface="Quattrocento Sans"/>
                <a:cs typeface="Quattrocento Sans"/>
                <a:sym typeface="Quattrocento Sans"/>
              </a:rPr>
              <a:t>AL-FARABI KAZAKH NATIONAL UNIVERSITY</a:t>
            </a:r>
            <a:endParaRPr b="1" i="0" sz="2200" u="none" cap="none" strike="noStrike">
              <a:solidFill>
                <a:srgbClr val="000000"/>
              </a:solidFill>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rgbClr val="000000"/>
              </a:buClr>
              <a:buSzPts val="1800"/>
              <a:buFont typeface="Arial"/>
              <a:buNone/>
            </a:pPr>
            <a:r>
              <a:t/>
            </a:r>
            <a:endParaRPr b="1" sz="2200">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rgbClr val="000000"/>
              </a:buClr>
              <a:buSzPts val="1800"/>
              <a:buFont typeface="Arial"/>
              <a:buNone/>
            </a:pPr>
            <a:r>
              <a:rPr b="1" lang="ru-KZ" sz="2200">
                <a:latin typeface="Quattrocento Sans"/>
                <a:ea typeface="Quattrocento Sans"/>
                <a:cs typeface="Quattrocento Sans"/>
                <a:sym typeface="Quattrocento Sans"/>
              </a:rPr>
              <a:t>Fudan University Science and Technology Innovation Competition — 2026</a:t>
            </a:r>
            <a:endParaRPr b="1" sz="2200">
              <a:latin typeface="Quattrocento Sans"/>
              <a:ea typeface="Quattrocento Sans"/>
              <a:cs typeface="Quattrocento Sans"/>
              <a:sym typeface="Quattrocento Sans"/>
            </a:endParaRPr>
          </a:p>
        </p:txBody>
      </p:sp>
      <p:pic>
        <p:nvPicPr>
          <p:cNvPr id="190" name="Google Shape;190;p1" title="казну лого.png"/>
          <p:cNvPicPr preferRelativeResize="0"/>
          <p:nvPr/>
        </p:nvPicPr>
        <p:blipFill>
          <a:blip r:embed="rId3">
            <a:alphaModFix/>
          </a:blip>
          <a:stretch>
            <a:fillRect/>
          </a:stretch>
        </p:blipFill>
        <p:spPr>
          <a:xfrm>
            <a:off x="208525" y="209350"/>
            <a:ext cx="887299" cy="995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1a42daebaef_0_142"/>
          <p:cNvSpPr txBox="1"/>
          <p:nvPr/>
        </p:nvSpPr>
        <p:spPr>
          <a:xfrm>
            <a:off x="1127725" y="218322"/>
            <a:ext cx="11113500" cy="958200"/>
          </a:xfrm>
          <a:prstGeom prst="rect">
            <a:avLst/>
          </a:prstGeom>
          <a:noFill/>
          <a:ln>
            <a:noFill/>
          </a:ln>
        </p:spPr>
        <p:txBody>
          <a:bodyPr anchorCtr="0" anchor="t" bIns="45700" lIns="91425" spcFirstLastPara="1" rIns="91425" wrap="square" tIns="45700">
            <a:noAutofit/>
          </a:bodyPr>
          <a:lstStyle/>
          <a:p>
            <a:pPr indent="0" lvl="3" marL="271462" marR="0" rtl="0" algn="just">
              <a:lnSpc>
                <a:spcPct val="115000"/>
              </a:lnSpc>
              <a:spcBef>
                <a:spcPts val="0"/>
              </a:spcBef>
              <a:spcAft>
                <a:spcPts val="0"/>
              </a:spcAft>
              <a:buClr>
                <a:srgbClr val="000000"/>
              </a:buClr>
              <a:buSzPts val="1900"/>
              <a:buFont typeface="Arial"/>
              <a:buNone/>
            </a:pPr>
            <a:r>
              <a:rPr b="1" i="0" lang="ru-KZ" sz="1900" u="none" cap="none" strike="noStrike">
                <a:solidFill>
                  <a:schemeClr val="dk1"/>
                </a:solidFill>
                <a:latin typeface="Quattrocento Sans"/>
                <a:ea typeface="Quattrocento Sans"/>
                <a:cs typeface="Quattrocento Sans"/>
                <a:sym typeface="Quattrocento Sans"/>
              </a:rPr>
              <a:t>Goal</a:t>
            </a:r>
            <a:endParaRPr b="1" i="0" sz="1900" u="none" cap="none" strike="noStrike">
              <a:solidFill>
                <a:schemeClr val="dk1"/>
              </a:solidFill>
              <a:latin typeface="Quattrocento Sans"/>
              <a:ea typeface="Quattrocento Sans"/>
              <a:cs typeface="Quattrocento Sans"/>
              <a:sym typeface="Quattrocento Sans"/>
            </a:endParaRPr>
          </a:p>
          <a:p>
            <a:pPr indent="0" lvl="0" marL="271462"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Quattrocento Sans"/>
              <a:ea typeface="Quattrocento Sans"/>
              <a:cs typeface="Quattrocento Sans"/>
              <a:sym typeface="Quattrocento Sans"/>
            </a:endParaRPr>
          </a:p>
        </p:txBody>
      </p:sp>
      <p:sp>
        <p:nvSpPr>
          <p:cNvPr id="197" name="Google Shape;197;g1a42daebaef_0_142"/>
          <p:cNvSpPr txBox="1"/>
          <p:nvPr/>
        </p:nvSpPr>
        <p:spPr>
          <a:xfrm>
            <a:off x="274184" y="1435194"/>
            <a:ext cx="6094200" cy="652500"/>
          </a:xfrm>
          <a:prstGeom prst="rect">
            <a:avLst/>
          </a:prstGeom>
          <a:noFill/>
          <a:ln>
            <a:noFill/>
          </a:ln>
        </p:spPr>
        <p:txBody>
          <a:bodyPr anchorCtr="0" anchor="t" bIns="45700" lIns="91425" spcFirstLastPara="1" rIns="91425" wrap="square" tIns="45700">
            <a:spAutoFit/>
          </a:bodyPr>
          <a:lstStyle/>
          <a:p>
            <a:pPr indent="0" lvl="3" marL="271462" marR="0" rtl="0" algn="just">
              <a:lnSpc>
                <a:spcPct val="115000"/>
              </a:lnSpc>
              <a:spcBef>
                <a:spcPts val="0"/>
              </a:spcBef>
              <a:spcAft>
                <a:spcPts val="0"/>
              </a:spcAft>
              <a:buClr>
                <a:schemeClr val="dk1"/>
              </a:buClr>
              <a:buSzPts val="1600"/>
              <a:buFont typeface="Arial"/>
              <a:buNone/>
            </a:pPr>
            <a:r>
              <a:rPr b="1" i="0" lang="ru-KZ" sz="1600" u="none" cap="none" strike="noStrike">
                <a:solidFill>
                  <a:schemeClr val="dk1"/>
                </a:solidFill>
                <a:latin typeface="Quattrocento Sans"/>
                <a:ea typeface="Quattrocento Sans"/>
                <a:cs typeface="Quattrocento Sans"/>
                <a:sym typeface="Quattrocento Sans"/>
              </a:rPr>
              <a:t>Research Objectives and Challenges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Quattrocento Sans"/>
              <a:ea typeface="Quattrocento Sans"/>
              <a:cs typeface="Quattrocento Sans"/>
              <a:sym typeface="Quattrocento Sans"/>
            </a:endParaRPr>
          </a:p>
        </p:txBody>
      </p:sp>
      <p:grpSp>
        <p:nvGrpSpPr>
          <p:cNvPr id="198" name="Google Shape;198;g1a42daebaef_0_142"/>
          <p:cNvGrpSpPr/>
          <p:nvPr/>
        </p:nvGrpSpPr>
        <p:grpSpPr>
          <a:xfrm>
            <a:off x="4794047" y="2533157"/>
            <a:ext cx="2641523" cy="2153137"/>
            <a:chOff x="4708647" y="2271244"/>
            <a:chExt cx="3464292" cy="2939838"/>
          </a:xfrm>
        </p:grpSpPr>
        <p:sp>
          <p:nvSpPr>
            <p:cNvPr id="199" name="Google Shape;199;g1a42daebaef_0_142"/>
            <p:cNvSpPr/>
            <p:nvPr/>
          </p:nvSpPr>
          <p:spPr>
            <a:xfrm>
              <a:off x="5424880" y="2949383"/>
              <a:ext cx="1626249" cy="1630087"/>
            </a:xfrm>
            <a:custGeom>
              <a:rect b="b" l="l" r="r" t="t"/>
              <a:pathLst>
                <a:path extrusionOk="0" h="1796239" w="1792010">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Arial"/>
                <a:ea typeface="Arial"/>
                <a:cs typeface="Arial"/>
                <a:sym typeface="Arial"/>
              </a:endParaRPr>
            </a:p>
          </p:txBody>
        </p:sp>
        <p:sp>
          <p:nvSpPr>
            <p:cNvPr id="200" name="Google Shape;200;g1a42daebaef_0_142"/>
            <p:cNvSpPr/>
            <p:nvPr/>
          </p:nvSpPr>
          <p:spPr>
            <a:xfrm>
              <a:off x="7043973" y="3247219"/>
              <a:ext cx="1128966" cy="1131631"/>
            </a:xfrm>
            <a:custGeom>
              <a:rect b="b" l="l" r="r" t="t"/>
              <a:pathLst>
                <a:path extrusionOk="0" h="1796239" w="1792010">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Arial"/>
                <a:ea typeface="Arial"/>
                <a:cs typeface="Arial"/>
                <a:sym typeface="Arial"/>
              </a:endParaRPr>
            </a:p>
          </p:txBody>
        </p:sp>
        <p:sp>
          <p:nvSpPr>
            <p:cNvPr id="201" name="Google Shape;201;g1a42daebaef_0_142"/>
            <p:cNvSpPr/>
            <p:nvPr/>
          </p:nvSpPr>
          <p:spPr>
            <a:xfrm>
              <a:off x="4755968" y="2271244"/>
              <a:ext cx="1128966" cy="1131631"/>
            </a:xfrm>
            <a:custGeom>
              <a:rect b="b" l="l" r="r" t="t"/>
              <a:pathLst>
                <a:path extrusionOk="0" h="1796239" w="1792010">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Arial"/>
                <a:ea typeface="Arial"/>
                <a:cs typeface="Arial"/>
                <a:sym typeface="Arial"/>
              </a:endParaRPr>
            </a:p>
          </p:txBody>
        </p:sp>
        <p:sp>
          <p:nvSpPr>
            <p:cNvPr id="202" name="Google Shape;202;g1a42daebaef_0_142"/>
            <p:cNvSpPr/>
            <p:nvPr/>
          </p:nvSpPr>
          <p:spPr>
            <a:xfrm>
              <a:off x="4708647" y="4079451"/>
              <a:ext cx="1128966" cy="1131631"/>
            </a:xfrm>
            <a:custGeom>
              <a:rect b="b" l="l" r="r" t="t"/>
              <a:pathLst>
                <a:path extrusionOk="0" h="1796239" w="1792010">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Arial"/>
                <a:ea typeface="Arial"/>
                <a:cs typeface="Arial"/>
                <a:sym typeface="Arial"/>
              </a:endParaRPr>
            </a:p>
          </p:txBody>
        </p:sp>
      </p:grpSp>
      <p:sp>
        <p:nvSpPr>
          <p:cNvPr id="203" name="Google Shape;203;g1a42daebaef_0_142"/>
          <p:cNvSpPr txBox="1"/>
          <p:nvPr/>
        </p:nvSpPr>
        <p:spPr>
          <a:xfrm>
            <a:off x="8945477" y="1781639"/>
            <a:ext cx="2738100" cy="954300"/>
          </a:xfrm>
          <a:prstGeom prst="rect">
            <a:avLst/>
          </a:prstGeom>
          <a:noFill/>
          <a:ln>
            <a:noFill/>
          </a:ln>
        </p:spPr>
        <p:txBody>
          <a:bodyPr anchorCtr="0" anchor="ctr" bIns="45700" lIns="0"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ru-KZ" sz="1400" u="none" cap="none" strike="noStrike">
                <a:solidFill>
                  <a:srgbClr val="3F3F3F"/>
                </a:solidFill>
                <a:latin typeface="Quattrocento Sans"/>
                <a:ea typeface="Quattrocento Sans"/>
                <a:cs typeface="Quattrocento Sans"/>
                <a:sym typeface="Quattrocento Sans"/>
              </a:rPr>
              <a:t>The semantic aspects of the language have not been developed at the fundamental level</a:t>
            </a:r>
            <a:endParaRPr b="0" i="0" sz="1400" u="none" cap="none" strike="noStrike">
              <a:solidFill>
                <a:srgbClr val="000000"/>
              </a:solidFill>
              <a:latin typeface="Arial"/>
              <a:ea typeface="Arial"/>
              <a:cs typeface="Arial"/>
              <a:sym typeface="Arial"/>
            </a:endParaRPr>
          </a:p>
        </p:txBody>
      </p:sp>
      <p:sp>
        <p:nvSpPr>
          <p:cNvPr id="204" name="Google Shape;204;g1a42daebaef_0_142"/>
          <p:cNvSpPr txBox="1"/>
          <p:nvPr/>
        </p:nvSpPr>
        <p:spPr>
          <a:xfrm>
            <a:off x="1069541" y="5170385"/>
            <a:ext cx="2738100" cy="738900"/>
          </a:xfrm>
          <a:prstGeom prst="rect">
            <a:avLst/>
          </a:prstGeom>
          <a:noFill/>
          <a:ln>
            <a:noFill/>
          </a:ln>
        </p:spPr>
        <p:txBody>
          <a:bodyPr anchorCtr="0" anchor="ctr" bIns="45700" lIns="0"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ru-KZ" sz="1400" u="none" cap="none" strike="noStrike">
                <a:solidFill>
                  <a:srgbClr val="3F3F3F"/>
                </a:solidFill>
                <a:latin typeface="Quattrocento Sans"/>
                <a:ea typeface="Quattrocento Sans"/>
                <a:cs typeface="Quattrocento Sans"/>
                <a:sym typeface="Quattrocento Sans"/>
              </a:rPr>
              <a:t>Data collection, storage and processing is a very time-consuming process</a:t>
            </a:r>
            <a:endParaRPr b="0" i="0" sz="1400" u="none" cap="none" strike="noStrike">
              <a:solidFill>
                <a:srgbClr val="000000"/>
              </a:solidFill>
              <a:latin typeface="Arial"/>
              <a:ea typeface="Arial"/>
              <a:cs typeface="Arial"/>
              <a:sym typeface="Arial"/>
            </a:endParaRPr>
          </a:p>
        </p:txBody>
      </p:sp>
      <p:sp>
        <p:nvSpPr>
          <p:cNvPr id="205" name="Google Shape;205;g1a42daebaef_0_142"/>
          <p:cNvSpPr txBox="1"/>
          <p:nvPr/>
        </p:nvSpPr>
        <p:spPr>
          <a:xfrm>
            <a:off x="1069541" y="1947848"/>
            <a:ext cx="2738100" cy="523200"/>
          </a:xfrm>
          <a:prstGeom prst="rect">
            <a:avLst/>
          </a:prstGeom>
          <a:noFill/>
          <a:ln>
            <a:noFill/>
          </a:ln>
        </p:spPr>
        <p:txBody>
          <a:bodyPr anchorCtr="0" anchor="ctr" bIns="45700" lIns="0"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ru-KZ" sz="1400" u="none" cap="none" strike="noStrike">
                <a:solidFill>
                  <a:schemeClr val="dk1"/>
                </a:solidFill>
                <a:latin typeface="Quattrocento Sans"/>
                <a:ea typeface="Quattrocento Sans"/>
                <a:cs typeface="Quattrocento Sans"/>
                <a:sym typeface="Quattrocento Sans"/>
              </a:rPr>
              <a:t>Kazakh language belongs to the low-resource languages</a:t>
            </a:r>
            <a:endParaRPr b="1" i="0" sz="1400" u="none" cap="none" strike="noStrike">
              <a:solidFill>
                <a:schemeClr val="dk1"/>
              </a:solidFill>
              <a:latin typeface="Quattrocento Sans"/>
              <a:ea typeface="Quattrocento Sans"/>
              <a:cs typeface="Quattrocento Sans"/>
              <a:sym typeface="Quattrocento Sans"/>
            </a:endParaRPr>
          </a:p>
        </p:txBody>
      </p:sp>
      <p:sp>
        <p:nvSpPr>
          <p:cNvPr id="206" name="Google Shape;206;g1a42daebaef_0_142"/>
          <p:cNvSpPr txBox="1"/>
          <p:nvPr/>
        </p:nvSpPr>
        <p:spPr>
          <a:xfrm>
            <a:off x="8945477" y="5007767"/>
            <a:ext cx="2738100" cy="738900"/>
          </a:xfrm>
          <a:prstGeom prst="rect">
            <a:avLst/>
          </a:prstGeom>
          <a:noFill/>
          <a:ln>
            <a:noFill/>
          </a:ln>
        </p:spPr>
        <p:txBody>
          <a:bodyPr anchorCtr="0" anchor="ctr" bIns="45700" lIns="0"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ru-KZ" sz="1400" u="none" cap="none" strike="noStrike">
                <a:solidFill>
                  <a:schemeClr val="dk1"/>
                </a:solidFill>
                <a:latin typeface="Quattrocento Sans"/>
                <a:ea typeface="Quattrocento Sans"/>
                <a:cs typeface="Quattrocento Sans"/>
                <a:sym typeface="Quattrocento Sans"/>
              </a:rPr>
              <a:t>The interaction between the level of perception and analysis should be developed from scratch.</a:t>
            </a:r>
            <a:endParaRPr b="1" i="0" sz="1400" u="none" cap="none" strike="noStrike">
              <a:solidFill>
                <a:schemeClr val="dk1"/>
              </a:solidFill>
              <a:latin typeface="Quattrocento Sans"/>
              <a:ea typeface="Quattrocento Sans"/>
              <a:cs typeface="Quattrocento Sans"/>
              <a:sym typeface="Quattrocento Sans"/>
            </a:endParaRPr>
          </a:p>
        </p:txBody>
      </p:sp>
      <p:cxnSp>
        <p:nvCxnSpPr>
          <p:cNvPr id="207" name="Google Shape;207;g1a42daebaef_0_142"/>
          <p:cNvCxnSpPr>
            <a:stCxn id="200" idx="8"/>
          </p:cNvCxnSpPr>
          <p:nvPr/>
        </p:nvCxnSpPr>
        <p:spPr>
          <a:xfrm flipH="1" rot="10800000">
            <a:off x="7053598" y="2151050"/>
            <a:ext cx="1678200" cy="1096800"/>
          </a:xfrm>
          <a:prstGeom prst="bentConnector3">
            <a:avLst>
              <a:gd fmla="val 50003" name="adj1"/>
            </a:avLst>
          </a:prstGeom>
          <a:noFill/>
          <a:ln cap="flat" cmpd="sng" w="9525">
            <a:solidFill>
              <a:srgbClr val="A5A5A5"/>
            </a:solidFill>
            <a:prstDash val="solid"/>
            <a:miter lim="800000"/>
            <a:headEnd len="med" w="med" type="oval"/>
            <a:tailEnd len="med" w="med" type="oval"/>
          </a:ln>
        </p:spPr>
      </p:cxnSp>
      <p:cxnSp>
        <p:nvCxnSpPr>
          <p:cNvPr id="208" name="Google Shape;208;g1a42daebaef_0_142"/>
          <p:cNvCxnSpPr>
            <a:endCxn id="199" idx="22"/>
          </p:cNvCxnSpPr>
          <p:nvPr/>
        </p:nvCxnSpPr>
        <p:spPr>
          <a:xfrm rot="10800000">
            <a:off x="6207407" y="4188503"/>
            <a:ext cx="2524500" cy="1188600"/>
          </a:xfrm>
          <a:prstGeom prst="bentConnector3">
            <a:avLst>
              <a:gd fmla="val 100947" name="adj1"/>
            </a:avLst>
          </a:prstGeom>
          <a:noFill/>
          <a:ln cap="flat" cmpd="sng" w="9525">
            <a:solidFill>
              <a:srgbClr val="A5A5A5"/>
            </a:solidFill>
            <a:prstDash val="solid"/>
            <a:miter lim="800000"/>
            <a:headEnd len="med" w="med" type="oval"/>
            <a:tailEnd len="med" w="med" type="oval"/>
          </a:ln>
        </p:spPr>
      </p:cxnSp>
      <p:cxnSp>
        <p:nvCxnSpPr>
          <p:cNvPr id="209" name="Google Shape;209;g1a42daebaef_0_142"/>
          <p:cNvCxnSpPr/>
          <p:nvPr/>
        </p:nvCxnSpPr>
        <p:spPr>
          <a:xfrm flipH="1" rot="10800000">
            <a:off x="3104383" y="4647372"/>
            <a:ext cx="1597800" cy="529200"/>
          </a:xfrm>
          <a:prstGeom prst="bentConnector3">
            <a:avLst>
              <a:gd fmla="val -530" name="adj1"/>
            </a:avLst>
          </a:prstGeom>
          <a:noFill/>
          <a:ln cap="flat" cmpd="sng" w="9525">
            <a:solidFill>
              <a:srgbClr val="A5A5A5"/>
            </a:solidFill>
            <a:prstDash val="solid"/>
            <a:miter lim="800000"/>
            <a:headEnd len="med" w="med" type="oval"/>
            <a:tailEnd len="med" w="med" type="oval"/>
          </a:ln>
        </p:spPr>
      </p:cxnSp>
      <p:cxnSp>
        <p:nvCxnSpPr>
          <p:cNvPr id="210" name="Google Shape;210;g1a42daebaef_0_142"/>
          <p:cNvCxnSpPr>
            <a:endCxn id="201" idx="46"/>
          </p:cNvCxnSpPr>
          <p:nvPr/>
        </p:nvCxnSpPr>
        <p:spPr>
          <a:xfrm>
            <a:off x="3980021" y="2209458"/>
            <a:ext cx="1184100" cy="427200"/>
          </a:xfrm>
          <a:prstGeom prst="bentConnector3">
            <a:avLst>
              <a:gd fmla="val 97486" name="adj1"/>
            </a:avLst>
          </a:prstGeom>
          <a:noFill/>
          <a:ln cap="flat" cmpd="sng" w="9525">
            <a:solidFill>
              <a:srgbClr val="A5A5A5"/>
            </a:solidFill>
            <a:prstDash val="solid"/>
            <a:miter lim="800000"/>
            <a:headEnd len="med" w="med" type="oval"/>
            <a:tailEnd len="med" w="med" type="oval"/>
          </a:ln>
        </p:spPr>
      </p:cxnSp>
      <p:pic>
        <p:nvPicPr>
          <p:cNvPr id="211" name="Google Shape;211;g1a42daebaef_0_142"/>
          <p:cNvPicPr preferRelativeResize="0"/>
          <p:nvPr/>
        </p:nvPicPr>
        <p:blipFill rotWithShape="1">
          <a:blip r:embed="rId3">
            <a:alphaModFix/>
          </a:blip>
          <a:srcRect b="0" l="0" r="0" t="0"/>
          <a:stretch/>
        </p:blipFill>
        <p:spPr>
          <a:xfrm>
            <a:off x="6862913" y="3491969"/>
            <a:ext cx="274880" cy="304200"/>
          </a:xfrm>
          <a:prstGeom prst="rect">
            <a:avLst/>
          </a:prstGeom>
          <a:noFill/>
          <a:ln cap="flat" cmpd="sng" w="9525">
            <a:solidFill>
              <a:srgbClr val="7BB635"/>
            </a:solidFill>
            <a:prstDash val="solid"/>
            <a:round/>
            <a:headEnd len="sm" w="sm" type="none"/>
            <a:tailEnd len="sm" w="sm" type="none"/>
          </a:ln>
        </p:spPr>
      </p:pic>
      <p:sp>
        <p:nvSpPr>
          <p:cNvPr id="212" name="Google Shape;212;g1a42daebaef_0_142"/>
          <p:cNvSpPr/>
          <p:nvPr/>
        </p:nvSpPr>
        <p:spPr>
          <a:xfrm>
            <a:off x="5689536" y="3360702"/>
            <a:ext cx="532186" cy="532911"/>
          </a:xfrm>
          <a:custGeom>
            <a:rect b="b" l="l" r="r" t="t"/>
            <a:pathLst>
              <a:path extrusionOk="0" h="3229762" w="3225370">
                <a:moveTo>
                  <a:pt x="1355872" y="0"/>
                </a:moveTo>
                <a:cubicBezTo>
                  <a:pt x="1564636" y="0"/>
                  <a:pt x="1733872" y="169236"/>
                  <a:pt x="1733872" y="378000"/>
                </a:cubicBezTo>
                <a:cubicBezTo>
                  <a:pt x="1733872" y="530834"/>
                  <a:pt x="1643169" y="662483"/>
                  <a:pt x="1512292" y="721255"/>
                </a:cubicBezTo>
                <a:lnTo>
                  <a:pt x="1607042" y="1169019"/>
                </a:lnTo>
                <a:cubicBezTo>
                  <a:pt x="1611319" y="1167786"/>
                  <a:pt x="1615651" y="1167712"/>
                  <a:pt x="1620000" y="1167712"/>
                </a:cubicBezTo>
                <a:cubicBezTo>
                  <a:pt x="1828764" y="1167712"/>
                  <a:pt x="1998000" y="1336948"/>
                  <a:pt x="1998000" y="1545712"/>
                </a:cubicBezTo>
                <a:lnTo>
                  <a:pt x="1996362" y="1567711"/>
                </a:lnTo>
                <a:lnTo>
                  <a:pt x="2525816" y="1711728"/>
                </a:lnTo>
                <a:cubicBezTo>
                  <a:pt x="2591164" y="1602543"/>
                  <a:pt x="2710810" y="1530128"/>
                  <a:pt x="2847370" y="1530128"/>
                </a:cubicBezTo>
                <a:cubicBezTo>
                  <a:pt x="3056134" y="1530128"/>
                  <a:pt x="3225370" y="1699364"/>
                  <a:pt x="3225370" y="1908128"/>
                </a:cubicBezTo>
                <a:cubicBezTo>
                  <a:pt x="3225370" y="2116892"/>
                  <a:pt x="3056134" y="2286128"/>
                  <a:pt x="2847370" y="2286128"/>
                </a:cubicBezTo>
                <a:cubicBezTo>
                  <a:pt x="2638606" y="2286128"/>
                  <a:pt x="2469370" y="2116892"/>
                  <a:pt x="2469370" y="1908128"/>
                </a:cubicBezTo>
                <a:lnTo>
                  <a:pt x="2475505" y="1847275"/>
                </a:lnTo>
                <a:lnTo>
                  <a:pt x="1957861" y="1706471"/>
                </a:lnTo>
                <a:cubicBezTo>
                  <a:pt x="1922674" y="1789256"/>
                  <a:pt x="1855841" y="1854310"/>
                  <a:pt x="1773397" y="1890608"/>
                </a:cubicBezTo>
                <a:lnTo>
                  <a:pt x="1908290" y="2478637"/>
                </a:lnTo>
                <a:cubicBezTo>
                  <a:pt x="2094333" y="2500701"/>
                  <a:pt x="2237929" y="2659462"/>
                  <a:pt x="2237929" y="2851762"/>
                </a:cubicBezTo>
                <a:cubicBezTo>
                  <a:pt x="2237929" y="3060526"/>
                  <a:pt x="2068693" y="3229762"/>
                  <a:pt x="1859929" y="3229762"/>
                </a:cubicBezTo>
                <a:cubicBezTo>
                  <a:pt x="1651165" y="3229762"/>
                  <a:pt x="1481929" y="3060526"/>
                  <a:pt x="1481929" y="2851762"/>
                </a:cubicBezTo>
                <a:cubicBezTo>
                  <a:pt x="1481929" y="2676759"/>
                  <a:pt x="1600854" y="2529533"/>
                  <a:pt x="1762693" y="2487978"/>
                </a:cubicBezTo>
                <a:lnTo>
                  <a:pt x="1632951" y="1922407"/>
                </a:lnTo>
                <a:cubicBezTo>
                  <a:pt x="1628677" y="1923639"/>
                  <a:pt x="1624347" y="1923712"/>
                  <a:pt x="1620000" y="1923712"/>
                </a:cubicBezTo>
                <a:cubicBezTo>
                  <a:pt x="1474614" y="1923712"/>
                  <a:pt x="1348399" y="1841634"/>
                  <a:pt x="1286703" y="1720478"/>
                </a:cubicBezTo>
                <a:lnTo>
                  <a:pt x="726463" y="1950491"/>
                </a:lnTo>
                <a:cubicBezTo>
                  <a:pt x="745503" y="1995553"/>
                  <a:pt x="756000" y="2045092"/>
                  <a:pt x="756000" y="2097083"/>
                </a:cubicBezTo>
                <a:cubicBezTo>
                  <a:pt x="756000" y="2305847"/>
                  <a:pt x="586764" y="2475083"/>
                  <a:pt x="378000" y="2475083"/>
                </a:cubicBezTo>
                <a:cubicBezTo>
                  <a:pt x="169236" y="2475083"/>
                  <a:pt x="0" y="2305847"/>
                  <a:pt x="0" y="2097083"/>
                </a:cubicBezTo>
                <a:cubicBezTo>
                  <a:pt x="0" y="1888319"/>
                  <a:pt x="169236" y="1719083"/>
                  <a:pt x="378000" y="1719083"/>
                </a:cubicBezTo>
                <a:cubicBezTo>
                  <a:pt x="481765" y="1719083"/>
                  <a:pt x="575764" y="1760894"/>
                  <a:pt x="643957" y="1828700"/>
                </a:cubicBezTo>
                <a:lnTo>
                  <a:pt x="1245626" y="1581679"/>
                </a:lnTo>
                <a:cubicBezTo>
                  <a:pt x="1242578" y="1569964"/>
                  <a:pt x="1242000" y="1557905"/>
                  <a:pt x="1242000" y="1545712"/>
                </a:cubicBezTo>
                <a:cubicBezTo>
                  <a:pt x="1242000" y="1391666"/>
                  <a:pt x="1334148" y="1259142"/>
                  <a:pt x="1466584" y="1200827"/>
                </a:cubicBezTo>
                <a:lnTo>
                  <a:pt x="1372109" y="754363"/>
                </a:lnTo>
                <a:cubicBezTo>
                  <a:pt x="1366762" y="755885"/>
                  <a:pt x="1361331" y="756000"/>
                  <a:pt x="1355872" y="756000"/>
                </a:cubicBezTo>
                <a:cubicBezTo>
                  <a:pt x="1147108" y="756000"/>
                  <a:pt x="977872" y="586764"/>
                  <a:pt x="977872" y="378000"/>
                </a:cubicBezTo>
                <a:cubicBezTo>
                  <a:pt x="977872" y="169236"/>
                  <a:pt x="1147108" y="0"/>
                  <a:pt x="135587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sp>
        <p:nvSpPr>
          <p:cNvPr id="213" name="Google Shape;213;g1a42daebaef_0_142"/>
          <p:cNvSpPr/>
          <p:nvPr/>
        </p:nvSpPr>
        <p:spPr>
          <a:xfrm>
            <a:off x="5067869" y="2861345"/>
            <a:ext cx="385848" cy="197466"/>
          </a:xfrm>
          <a:custGeom>
            <a:rect b="b" l="l" r="r" t="t"/>
            <a:pathLst>
              <a:path extrusionOk="0" h="1548752" w="3215400">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sp>
        <p:nvSpPr>
          <p:cNvPr id="214" name="Google Shape;214;g1a42daebaef_0_142"/>
          <p:cNvSpPr/>
          <p:nvPr/>
        </p:nvSpPr>
        <p:spPr>
          <a:xfrm rot="2700000">
            <a:off x="5082090" y="4078074"/>
            <a:ext cx="284119" cy="424476"/>
          </a:xfrm>
          <a:custGeom>
            <a:rect b="b" l="l" r="r" t="t"/>
            <a:pathLst>
              <a:path extrusionOk="0" h="4001999" w="2232248">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rgbClr val="538C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cd7c830c60_0_3"/>
          <p:cNvSpPr txBox="1"/>
          <p:nvPr/>
        </p:nvSpPr>
        <p:spPr>
          <a:xfrm>
            <a:off x="493700" y="5027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KZ"/>
              <a:t>(Objectives)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descr="robot [ Download - Logo - icon ] png svg icon download" id="225" name="Google Shape;225;p2"/>
          <p:cNvPicPr preferRelativeResize="0"/>
          <p:nvPr/>
        </p:nvPicPr>
        <p:blipFill rotWithShape="1">
          <a:blip r:embed="rId3">
            <a:alphaModFix/>
          </a:blip>
          <a:srcRect b="0" l="0" r="0" t="0"/>
          <a:stretch/>
        </p:blipFill>
        <p:spPr>
          <a:xfrm>
            <a:off x="3218846" y="715254"/>
            <a:ext cx="1834242" cy="1834243"/>
          </a:xfrm>
          <a:prstGeom prst="rect">
            <a:avLst/>
          </a:prstGeom>
          <a:noFill/>
          <a:ln>
            <a:noFill/>
          </a:ln>
        </p:spPr>
      </p:pic>
      <p:pic>
        <p:nvPicPr>
          <p:cNvPr descr="The top 3 reasons why you should add voice features to your website -  ResponsiveVoice.JS Text to Speech" id="226" name="Google Shape;226;p2"/>
          <p:cNvPicPr preferRelativeResize="0"/>
          <p:nvPr/>
        </p:nvPicPr>
        <p:blipFill rotWithShape="1">
          <a:blip r:embed="rId4">
            <a:alphaModFix/>
          </a:blip>
          <a:srcRect b="0" l="0" r="0" t="0"/>
          <a:stretch/>
        </p:blipFill>
        <p:spPr>
          <a:xfrm>
            <a:off x="437746" y="908476"/>
            <a:ext cx="1447801" cy="1447801"/>
          </a:xfrm>
          <a:prstGeom prst="rect">
            <a:avLst/>
          </a:prstGeom>
          <a:noFill/>
          <a:ln>
            <a:noFill/>
          </a:ln>
        </p:spPr>
      </p:pic>
      <p:pic>
        <p:nvPicPr>
          <p:cNvPr descr="Download Machine Learning, Ai Research Scientist - Transparent Neural  Network Png PNG Image with No Background - PNGkey.com" id="227" name="Google Shape;227;p2"/>
          <p:cNvPicPr preferRelativeResize="0"/>
          <p:nvPr/>
        </p:nvPicPr>
        <p:blipFill rotWithShape="1">
          <a:blip r:embed="rId5">
            <a:alphaModFix/>
          </a:blip>
          <a:srcRect b="0" l="0" r="0" t="0"/>
          <a:stretch/>
        </p:blipFill>
        <p:spPr>
          <a:xfrm>
            <a:off x="2588072" y="3604193"/>
            <a:ext cx="3133506" cy="1622650"/>
          </a:xfrm>
          <a:prstGeom prst="rect">
            <a:avLst/>
          </a:prstGeom>
          <a:noFill/>
          <a:ln>
            <a:noFill/>
          </a:ln>
        </p:spPr>
      </p:pic>
      <p:pic>
        <p:nvPicPr>
          <p:cNvPr descr="Quantum machine learning: learning on neural networks | by Sashwat Anagolum  | Towards Data Science" id="228" name="Google Shape;228;p2"/>
          <p:cNvPicPr preferRelativeResize="0"/>
          <p:nvPr/>
        </p:nvPicPr>
        <p:blipFill rotWithShape="1">
          <a:blip r:embed="rId6">
            <a:alphaModFix/>
          </a:blip>
          <a:srcRect b="0" l="0" r="0" t="0"/>
          <a:stretch/>
        </p:blipFill>
        <p:spPr>
          <a:xfrm>
            <a:off x="6673755" y="908480"/>
            <a:ext cx="2940286" cy="1848914"/>
          </a:xfrm>
          <a:prstGeom prst="rect">
            <a:avLst/>
          </a:prstGeom>
          <a:noFill/>
          <a:ln>
            <a:noFill/>
          </a:ln>
        </p:spPr>
      </p:pic>
      <p:sp>
        <p:nvSpPr>
          <p:cNvPr id="229" name="Google Shape;229;p2"/>
          <p:cNvSpPr txBox="1"/>
          <p:nvPr/>
        </p:nvSpPr>
        <p:spPr>
          <a:xfrm>
            <a:off x="7259912" y="2727496"/>
            <a:ext cx="1467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ru-KZ" sz="1800" u="none" cap="none" strike="noStrike">
                <a:solidFill>
                  <a:schemeClr val="dk1"/>
                </a:solidFill>
                <a:latin typeface="Calibri"/>
                <a:ea typeface="Calibri"/>
                <a:cs typeface="Calibri"/>
                <a:sym typeface="Calibri"/>
              </a:rPr>
              <a:t>Speech2text</a:t>
            </a:r>
            <a:endParaRPr b="0" i="0" sz="1800" u="none" cap="none" strike="noStrike">
              <a:solidFill>
                <a:schemeClr val="dk1"/>
              </a:solidFill>
              <a:latin typeface="Calibri"/>
              <a:ea typeface="Calibri"/>
              <a:cs typeface="Calibri"/>
              <a:sym typeface="Calibri"/>
            </a:endParaRPr>
          </a:p>
        </p:txBody>
      </p:sp>
      <p:sp>
        <p:nvSpPr>
          <p:cNvPr id="230" name="Google Shape;230;p2"/>
          <p:cNvSpPr txBox="1"/>
          <p:nvPr/>
        </p:nvSpPr>
        <p:spPr>
          <a:xfrm>
            <a:off x="3826765" y="5368878"/>
            <a:ext cx="1197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ru-KZ" sz="1800" u="none" cap="none" strike="noStrike">
                <a:solidFill>
                  <a:schemeClr val="dk1"/>
                </a:solidFill>
                <a:latin typeface="Calibri"/>
                <a:ea typeface="Calibri"/>
                <a:cs typeface="Calibri"/>
                <a:sym typeface="Calibri"/>
              </a:rPr>
              <a:t>Knowlage</a:t>
            </a:r>
            <a:endParaRPr b="0" i="0" sz="1800" u="none" cap="none" strike="noStrike">
              <a:solidFill>
                <a:schemeClr val="dk1"/>
              </a:solidFill>
              <a:latin typeface="Calibri"/>
              <a:ea typeface="Calibri"/>
              <a:cs typeface="Calibri"/>
              <a:sym typeface="Calibri"/>
            </a:endParaRPr>
          </a:p>
        </p:txBody>
      </p:sp>
      <p:cxnSp>
        <p:nvCxnSpPr>
          <p:cNvPr id="231" name="Google Shape;231;p2"/>
          <p:cNvCxnSpPr/>
          <p:nvPr/>
        </p:nvCxnSpPr>
        <p:spPr>
          <a:xfrm>
            <a:off x="2039795" y="1588012"/>
            <a:ext cx="1188600" cy="0"/>
          </a:xfrm>
          <a:prstGeom prst="straightConnector1">
            <a:avLst/>
          </a:prstGeom>
          <a:noFill/>
          <a:ln cap="flat" cmpd="sng" w="12700">
            <a:solidFill>
              <a:schemeClr val="accent1"/>
            </a:solidFill>
            <a:prstDash val="solid"/>
            <a:miter lim="800000"/>
            <a:headEnd len="sm" w="sm" type="none"/>
            <a:tailEnd len="med" w="med" type="triangle"/>
          </a:ln>
        </p:spPr>
      </p:cxnSp>
      <p:cxnSp>
        <p:nvCxnSpPr>
          <p:cNvPr id="232" name="Google Shape;232;p2"/>
          <p:cNvCxnSpPr/>
          <p:nvPr/>
        </p:nvCxnSpPr>
        <p:spPr>
          <a:xfrm flipH="1" rot="10800000">
            <a:off x="5024529" y="1533615"/>
            <a:ext cx="1637700" cy="32700"/>
          </a:xfrm>
          <a:prstGeom prst="straightConnector1">
            <a:avLst/>
          </a:prstGeom>
          <a:noFill/>
          <a:ln cap="flat" cmpd="sng" w="12700">
            <a:solidFill>
              <a:schemeClr val="accent1"/>
            </a:solidFill>
            <a:prstDash val="solid"/>
            <a:miter lim="800000"/>
            <a:headEnd len="sm" w="sm" type="none"/>
            <a:tailEnd len="med" w="med" type="triangle"/>
          </a:ln>
        </p:spPr>
      </p:cxnSp>
      <p:cxnSp>
        <p:nvCxnSpPr>
          <p:cNvPr id="233" name="Google Shape;233;p2"/>
          <p:cNvCxnSpPr/>
          <p:nvPr/>
        </p:nvCxnSpPr>
        <p:spPr>
          <a:xfrm flipH="1">
            <a:off x="5024350" y="2040888"/>
            <a:ext cx="1649400" cy="9900"/>
          </a:xfrm>
          <a:prstGeom prst="straightConnector1">
            <a:avLst/>
          </a:prstGeom>
          <a:noFill/>
          <a:ln cap="flat" cmpd="sng" w="19050">
            <a:solidFill>
              <a:schemeClr val="accent2"/>
            </a:solidFill>
            <a:prstDash val="solid"/>
            <a:miter lim="800000"/>
            <a:headEnd len="sm" w="sm" type="none"/>
            <a:tailEnd len="med" w="med" type="triangle"/>
          </a:ln>
        </p:spPr>
      </p:cxnSp>
      <p:cxnSp>
        <p:nvCxnSpPr>
          <p:cNvPr id="234" name="Google Shape;234;p2"/>
          <p:cNvCxnSpPr/>
          <p:nvPr/>
        </p:nvCxnSpPr>
        <p:spPr>
          <a:xfrm rot="10800000">
            <a:off x="1961782" y="2114735"/>
            <a:ext cx="1327200" cy="0"/>
          </a:xfrm>
          <a:prstGeom prst="straightConnector1">
            <a:avLst/>
          </a:prstGeom>
          <a:noFill/>
          <a:ln cap="flat" cmpd="sng" w="19050">
            <a:solidFill>
              <a:schemeClr val="accent2"/>
            </a:solidFill>
            <a:prstDash val="solid"/>
            <a:miter lim="800000"/>
            <a:headEnd len="sm" w="sm" type="none"/>
            <a:tailEnd len="med" w="med" type="triangle"/>
          </a:ln>
        </p:spPr>
      </p:cxnSp>
      <p:cxnSp>
        <p:nvCxnSpPr>
          <p:cNvPr id="235" name="Google Shape;235;p2"/>
          <p:cNvCxnSpPr/>
          <p:nvPr/>
        </p:nvCxnSpPr>
        <p:spPr>
          <a:xfrm>
            <a:off x="3980823" y="2390187"/>
            <a:ext cx="0" cy="1129800"/>
          </a:xfrm>
          <a:prstGeom prst="straightConnector1">
            <a:avLst/>
          </a:prstGeom>
          <a:noFill/>
          <a:ln cap="flat" cmpd="sng" w="12700">
            <a:solidFill>
              <a:schemeClr val="accent1"/>
            </a:solidFill>
            <a:prstDash val="solid"/>
            <a:miter lim="800000"/>
            <a:headEnd len="sm" w="sm" type="none"/>
            <a:tailEnd len="med" w="med" type="triangle"/>
          </a:ln>
        </p:spPr>
      </p:cxnSp>
      <p:cxnSp>
        <p:nvCxnSpPr>
          <p:cNvPr id="236" name="Google Shape;236;p2"/>
          <p:cNvCxnSpPr/>
          <p:nvPr/>
        </p:nvCxnSpPr>
        <p:spPr>
          <a:xfrm rot="10800000">
            <a:off x="4465642" y="2390213"/>
            <a:ext cx="0" cy="1195500"/>
          </a:xfrm>
          <a:prstGeom prst="straightConnector1">
            <a:avLst/>
          </a:prstGeom>
          <a:noFill/>
          <a:ln cap="flat" cmpd="sng" w="19050">
            <a:solidFill>
              <a:schemeClr val="accent2"/>
            </a:solidFill>
            <a:prstDash val="solid"/>
            <a:miter lim="800000"/>
            <a:headEnd len="sm" w="sm" type="none"/>
            <a:tailEnd len="med" w="med" type="triangle"/>
          </a:ln>
        </p:spPr>
      </p:cxnSp>
      <p:pic>
        <p:nvPicPr>
          <p:cNvPr descr="Парсинг данных с сайта: что это такое, как защититься от него" id="237" name="Google Shape;237;p2"/>
          <p:cNvPicPr preferRelativeResize="0"/>
          <p:nvPr/>
        </p:nvPicPr>
        <p:blipFill rotWithShape="1">
          <a:blip r:embed="rId7">
            <a:alphaModFix/>
          </a:blip>
          <a:srcRect b="0" l="0" r="0" t="0"/>
          <a:stretch/>
        </p:blipFill>
        <p:spPr>
          <a:xfrm>
            <a:off x="6765928" y="3594410"/>
            <a:ext cx="2415537" cy="1622651"/>
          </a:xfrm>
          <a:prstGeom prst="rect">
            <a:avLst/>
          </a:prstGeom>
          <a:noFill/>
          <a:ln>
            <a:noFill/>
          </a:ln>
        </p:spPr>
      </p:pic>
      <p:cxnSp>
        <p:nvCxnSpPr>
          <p:cNvPr id="238" name="Google Shape;238;p2"/>
          <p:cNvCxnSpPr>
            <a:stCxn id="237" idx="1"/>
            <a:endCxn id="227" idx="3"/>
          </p:cNvCxnSpPr>
          <p:nvPr/>
        </p:nvCxnSpPr>
        <p:spPr>
          <a:xfrm flipH="1">
            <a:off x="5721628" y="4405735"/>
            <a:ext cx="1044300" cy="9900"/>
          </a:xfrm>
          <a:prstGeom prst="straightConnector1">
            <a:avLst/>
          </a:prstGeom>
          <a:noFill/>
          <a:ln cap="flat" cmpd="sng" w="19050">
            <a:solidFill>
              <a:schemeClr val="accent2"/>
            </a:solidFill>
            <a:prstDash val="solid"/>
            <a:miter lim="800000"/>
            <a:headEnd len="sm" w="sm" type="none"/>
            <a:tailEnd len="med" w="med" type="triangle"/>
          </a:ln>
        </p:spPr>
      </p:cxnSp>
      <p:sp>
        <p:nvSpPr>
          <p:cNvPr id="239" name="Google Shape;239;p2"/>
          <p:cNvSpPr txBox="1"/>
          <p:nvPr/>
        </p:nvSpPr>
        <p:spPr>
          <a:xfrm>
            <a:off x="6786005" y="5045712"/>
            <a:ext cx="2300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ru-KZ" sz="1800" u="none" cap="none" strike="noStrike">
                <a:solidFill>
                  <a:schemeClr val="dk1"/>
                </a:solidFill>
                <a:latin typeface="Calibri"/>
                <a:ea typeface="Calibri"/>
                <a:cs typeface="Calibri"/>
                <a:sym typeface="Calibri"/>
              </a:rPr>
              <a:t>Updating / obtaining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ru-KZ" sz="1800" u="none" cap="none" strike="noStrike">
                <a:solidFill>
                  <a:schemeClr val="dk1"/>
                </a:solidFill>
                <a:latin typeface="Calibri"/>
                <a:ea typeface="Calibri"/>
                <a:cs typeface="Calibri"/>
                <a:sym typeface="Calibri"/>
              </a:rPr>
              <a:t>knowledge</a:t>
            </a:r>
            <a:endParaRPr b="0" i="0" sz="1800" u="none" cap="none" strike="noStrike">
              <a:solidFill>
                <a:schemeClr val="dk1"/>
              </a:solidFill>
              <a:latin typeface="Calibri"/>
              <a:ea typeface="Calibri"/>
              <a:cs typeface="Calibri"/>
              <a:sym typeface="Calibri"/>
            </a:endParaRPr>
          </a:p>
        </p:txBody>
      </p:sp>
      <p:sp>
        <p:nvSpPr>
          <p:cNvPr id="240" name="Google Shape;240;p2"/>
          <p:cNvSpPr txBox="1"/>
          <p:nvPr/>
        </p:nvSpPr>
        <p:spPr>
          <a:xfrm>
            <a:off x="2392227" y="1280235"/>
            <a:ext cx="622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ru-KZ" sz="1400" u="none" cap="none" strike="noStrike">
                <a:solidFill>
                  <a:schemeClr val="dk1"/>
                </a:solidFill>
                <a:latin typeface="Calibri"/>
                <a:ea typeface="Calibri"/>
                <a:cs typeface="Calibri"/>
                <a:sym typeface="Calibri"/>
              </a:rPr>
              <a:t>audio</a:t>
            </a:r>
            <a:endParaRPr b="0" i="1" sz="1800" u="none" cap="none" strike="noStrike">
              <a:solidFill>
                <a:schemeClr val="dk1"/>
              </a:solidFill>
              <a:latin typeface="Calibri"/>
              <a:ea typeface="Calibri"/>
              <a:cs typeface="Calibri"/>
              <a:sym typeface="Calibri"/>
            </a:endParaRPr>
          </a:p>
        </p:txBody>
      </p:sp>
      <p:sp>
        <p:nvSpPr>
          <p:cNvPr id="241" name="Google Shape;241;p2"/>
          <p:cNvSpPr txBox="1"/>
          <p:nvPr/>
        </p:nvSpPr>
        <p:spPr>
          <a:xfrm>
            <a:off x="2180229" y="1634179"/>
            <a:ext cx="970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ru-KZ" sz="1400" u="none" cap="none" strike="noStrike">
                <a:solidFill>
                  <a:schemeClr val="dk1"/>
                </a:solidFill>
                <a:latin typeface="Calibri"/>
                <a:ea typeface="Calibri"/>
                <a:cs typeface="Calibri"/>
                <a:sym typeface="Calibri"/>
              </a:rPr>
              <a:t>response: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1" lang="ru-KZ" sz="1400" u="none" cap="none" strike="noStrike">
                <a:solidFill>
                  <a:schemeClr val="dk1"/>
                </a:solidFill>
                <a:latin typeface="Calibri"/>
                <a:ea typeface="Calibri"/>
                <a:cs typeface="Calibri"/>
                <a:sym typeface="Calibri"/>
              </a:rPr>
              <a:t>audio/text</a:t>
            </a:r>
            <a:endParaRPr b="0" i="1" sz="1800" u="none" cap="none" strike="noStrike">
              <a:solidFill>
                <a:schemeClr val="dk1"/>
              </a:solidFill>
              <a:latin typeface="Calibri"/>
              <a:ea typeface="Calibri"/>
              <a:cs typeface="Calibri"/>
              <a:sym typeface="Calibri"/>
            </a:endParaRPr>
          </a:p>
        </p:txBody>
      </p:sp>
      <p:sp>
        <p:nvSpPr>
          <p:cNvPr id="242" name="Google Shape;242;p2"/>
          <p:cNvSpPr txBox="1"/>
          <p:nvPr/>
        </p:nvSpPr>
        <p:spPr>
          <a:xfrm rot="-5400000">
            <a:off x="3283290" y="2761943"/>
            <a:ext cx="1119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ru-KZ" sz="1400" u="none" cap="none" strike="noStrike">
                <a:solidFill>
                  <a:schemeClr val="dk1"/>
                </a:solidFill>
                <a:latin typeface="Calibri"/>
                <a:ea typeface="Calibri"/>
                <a:cs typeface="Calibri"/>
                <a:sym typeface="Calibri"/>
              </a:rPr>
              <a:t>text request</a:t>
            </a:r>
            <a:endParaRPr b="0" i="1" sz="1800" u="none" cap="none" strike="noStrike">
              <a:solidFill>
                <a:schemeClr val="dk1"/>
              </a:solidFill>
              <a:latin typeface="Calibri"/>
              <a:ea typeface="Calibri"/>
              <a:cs typeface="Calibri"/>
              <a:sym typeface="Calibri"/>
            </a:endParaRPr>
          </a:p>
        </p:txBody>
      </p:sp>
      <p:sp>
        <p:nvSpPr>
          <p:cNvPr id="243" name="Google Shape;243;p2"/>
          <p:cNvSpPr txBox="1"/>
          <p:nvPr/>
        </p:nvSpPr>
        <p:spPr>
          <a:xfrm rot="-5400000">
            <a:off x="3851565" y="2789159"/>
            <a:ext cx="920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ru-KZ" sz="1400" u="none" cap="none" strike="noStrike">
                <a:solidFill>
                  <a:schemeClr val="dk1"/>
                </a:solidFill>
                <a:latin typeface="Calibri"/>
                <a:ea typeface="Calibri"/>
                <a:cs typeface="Calibri"/>
                <a:sym typeface="Calibri"/>
              </a:rPr>
              <a:t>response</a:t>
            </a:r>
            <a:endParaRPr b="0" i="1" sz="1800" u="none" cap="none" strike="noStrike">
              <a:solidFill>
                <a:schemeClr val="dk1"/>
              </a:solidFill>
              <a:latin typeface="Calibri"/>
              <a:ea typeface="Calibri"/>
              <a:cs typeface="Calibri"/>
              <a:sym typeface="Calibri"/>
            </a:endParaRPr>
          </a:p>
        </p:txBody>
      </p:sp>
      <p:sp>
        <p:nvSpPr>
          <p:cNvPr id="244" name="Google Shape;244;p2"/>
          <p:cNvSpPr txBox="1"/>
          <p:nvPr/>
        </p:nvSpPr>
        <p:spPr>
          <a:xfrm>
            <a:off x="5517814" y="1280230"/>
            <a:ext cx="622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ru-KZ" sz="1400" u="none" cap="none" strike="noStrike">
                <a:solidFill>
                  <a:schemeClr val="dk1"/>
                </a:solidFill>
                <a:latin typeface="Calibri"/>
                <a:ea typeface="Calibri"/>
                <a:cs typeface="Calibri"/>
                <a:sym typeface="Calibri"/>
              </a:rPr>
              <a:t>audio</a:t>
            </a:r>
            <a:endParaRPr b="0" i="1" sz="1800" u="none" cap="none" strike="noStrike">
              <a:solidFill>
                <a:schemeClr val="dk1"/>
              </a:solidFill>
              <a:latin typeface="Calibri"/>
              <a:ea typeface="Calibri"/>
              <a:cs typeface="Calibri"/>
              <a:sym typeface="Calibri"/>
            </a:endParaRPr>
          </a:p>
        </p:txBody>
      </p:sp>
      <p:pic>
        <p:nvPicPr>
          <p:cNvPr descr="Developer - Free computer icons" id="245" name="Google Shape;245;p2"/>
          <p:cNvPicPr preferRelativeResize="0"/>
          <p:nvPr/>
        </p:nvPicPr>
        <p:blipFill rotWithShape="1">
          <a:blip r:embed="rId8">
            <a:alphaModFix/>
          </a:blip>
          <a:srcRect b="0" l="0" r="0" t="0"/>
          <a:stretch/>
        </p:blipFill>
        <p:spPr>
          <a:xfrm>
            <a:off x="9933494" y="4725510"/>
            <a:ext cx="1656068" cy="1656068"/>
          </a:xfrm>
          <a:prstGeom prst="rect">
            <a:avLst/>
          </a:prstGeom>
          <a:noFill/>
          <a:ln>
            <a:noFill/>
          </a:ln>
        </p:spPr>
      </p:pic>
      <p:sp>
        <p:nvSpPr>
          <p:cNvPr id="246" name="Google Shape;246;p2"/>
          <p:cNvSpPr txBox="1"/>
          <p:nvPr/>
        </p:nvSpPr>
        <p:spPr>
          <a:xfrm>
            <a:off x="5339911" y="1741903"/>
            <a:ext cx="1159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ru-KZ" sz="1400" u="none" cap="none" strike="noStrike">
                <a:solidFill>
                  <a:schemeClr val="dk1"/>
                </a:solidFill>
                <a:latin typeface="Calibri"/>
                <a:ea typeface="Calibri"/>
                <a:cs typeface="Calibri"/>
                <a:sym typeface="Calibri"/>
              </a:rPr>
              <a:t>transcription</a:t>
            </a:r>
            <a:endParaRPr b="0" i="1" sz="1800" u="none" cap="none" strike="noStrike">
              <a:solidFill>
                <a:schemeClr val="dk1"/>
              </a:solidFill>
              <a:latin typeface="Calibri"/>
              <a:ea typeface="Calibri"/>
              <a:cs typeface="Calibri"/>
              <a:sym typeface="Calibri"/>
            </a:endParaRPr>
          </a:p>
        </p:txBody>
      </p:sp>
      <p:cxnSp>
        <p:nvCxnSpPr>
          <p:cNvPr id="247" name="Google Shape;247;p2"/>
          <p:cNvCxnSpPr>
            <a:stCxn id="245" idx="1"/>
            <a:endCxn id="237" idx="3"/>
          </p:cNvCxnSpPr>
          <p:nvPr/>
        </p:nvCxnSpPr>
        <p:spPr>
          <a:xfrm rot="10800000">
            <a:off x="9181394" y="4405743"/>
            <a:ext cx="752100" cy="1147800"/>
          </a:xfrm>
          <a:prstGeom prst="straightConnector1">
            <a:avLst/>
          </a:prstGeom>
          <a:noFill/>
          <a:ln cap="flat" cmpd="sng" w="19050">
            <a:solidFill>
              <a:schemeClr val="accent2"/>
            </a:solidFill>
            <a:prstDash val="solid"/>
            <a:miter lim="800000"/>
            <a:headEnd len="sm" w="sm" type="none"/>
            <a:tailEnd len="med" w="med" type="triangle"/>
          </a:ln>
        </p:spPr>
      </p:cxnSp>
      <p:sp>
        <p:nvSpPr>
          <p:cNvPr id="248" name="Google Shape;248;p2"/>
          <p:cNvSpPr txBox="1"/>
          <p:nvPr/>
        </p:nvSpPr>
        <p:spPr>
          <a:xfrm rot="3366529">
            <a:off x="9034316" y="4695888"/>
            <a:ext cx="1208893" cy="3078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ru-KZ" sz="1400" u="none" cap="none" strike="noStrike">
                <a:solidFill>
                  <a:schemeClr val="dk1"/>
                </a:solidFill>
                <a:latin typeface="Calibri"/>
                <a:ea typeface="Calibri"/>
                <a:cs typeface="Calibri"/>
                <a:sym typeface="Calibri"/>
              </a:rPr>
              <a:t>configuration</a:t>
            </a:r>
            <a:endParaRPr b="0" i="1" sz="1800" u="none" cap="none" strike="noStrike">
              <a:solidFill>
                <a:schemeClr val="dk1"/>
              </a:solidFill>
              <a:latin typeface="Calibri"/>
              <a:ea typeface="Calibri"/>
              <a:cs typeface="Calibri"/>
              <a:sym typeface="Calibri"/>
            </a:endParaRPr>
          </a:p>
        </p:txBody>
      </p:sp>
      <p:sp>
        <p:nvSpPr>
          <p:cNvPr id="249" name="Google Shape;249;p2"/>
          <p:cNvSpPr txBox="1"/>
          <p:nvPr/>
        </p:nvSpPr>
        <p:spPr>
          <a:xfrm>
            <a:off x="10143410" y="6332019"/>
            <a:ext cx="123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ru-KZ" sz="1800" u="none" cap="none" strike="noStrike">
                <a:solidFill>
                  <a:schemeClr val="dk1"/>
                </a:solidFill>
                <a:latin typeface="Calibri"/>
                <a:ea typeface="Calibri"/>
                <a:cs typeface="Calibri"/>
                <a:sym typeface="Calibri"/>
              </a:rPr>
              <a:t>Developer</a:t>
            </a:r>
            <a:endParaRPr b="0" i="0" sz="1800" u="none" cap="none" strike="noStrike">
              <a:solidFill>
                <a:schemeClr val="dk1"/>
              </a:solidFill>
              <a:latin typeface="Calibri"/>
              <a:ea typeface="Calibri"/>
              <a:cs typeface="Calibri"/>
              <a:sym typeface="Calibri"/>
            </a:endParaRPr>
          </a:p>
        </p:txBody>
      </p:sp>
      <p:sp>
        <p:nvSpPr>
          <p:cNvPr id="250" name="Google Shape;250;p2"/>
          <p:cNvSpPr txBox="1"/>
          <p:nvPr/>
        </p:nvSpPr>
        <p:spPr>
          <a:xfrm>
            <a:off x="256220" y="-14521"/>
            <a:ext cx="6094324"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ru-KZ" sz="4400" u="none" cap="none" strike="noStrike">
                <a:solidFill>
                  <a:schemeClr val="dk1"/>
                </a:solidFill>
                <a:latin typeface="Quattrocento Sans"/>
                <a:ea typeface="Quattrocento Sans"/>
                <a:cs typeface="Quattrocento Sans"/>
                <a:sym typeface="Quattrocento Sans"/>
              </a:rPr>
              <a:t>Functional architecture</a:t>
            </a:r>
            <a:endParaRPr b="0" i="0" sz="1400" u="none" cap="none" strike="noStrike">
              <a:solidFill>
                <a:srgbClr val="000000"/>
              </a:solidFill>
              <a:latin typeface="Arial"/>
              <a:ea typeface="Arial"/>
              <a:cs typeface="Arial"/>
              <a:sym typeface="Arial"/>
            </a:endParaRPr>
          </a:p>
        </p:txBody>
      </p:sp>
      <p:sp>
        <p:nvSpPr>
          <p:cNvPr id="251" name="Google Shape;251;p2"/>
          <p:cNvSpPr txBox="1"/>
          <p:nvPr/>
        </p:nvSpPr>
        <p:spPr>
          <a:xfrm>
            <a:off x="8803500" y="156688"/>
            <a:ext cx="3388500" cy="1477500"/>
          </a:xfrm>
          <a:prstGeom prst="rect">
            <a:avLst/>
          </a:prstGeom>
          <a:solidFill>
            <a:srgbClr val="9FC5E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u-KZ" sz="1400" u="none" cap="none" strike="noStrike">
                <a:solidFill>
                  <a:srgbClr val="000000"/>
                </a:solidFill>
                <a:latin typeface="Quattrocento Sans"/>
                <a:ea typeface="Quattrocento Sans"/>
                <a:cs typeface="Quattrocento Sans"/>
                <a:sym typeface="Quattrocento Sans"/>
              </a:rPr>
              <a:t>International Joint Project "</a:t>
            </a:r>
            <a:r>
              <a:rPr b="1" i="0" lang="ru-KZ" sz="1400" u="none" cap="none" strike="noStrike">
                <a:solidFill>
                  <a:srgbClr val="000000"/>
                </a:solidFill>
                <a:latin typeface="Quattrocento Sans"/>
                <a:ea typeface="Quattrocento Sans"/>
                <a:cs typeface="Quattrocento Sans"/>
                <a:sym typeface="Quattrocento Sans"/>
              </a:rPr>
              <a:t>Building  </a:t>
            </a:r>
            <a:endParaRPr b="1" i="0" sz="14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400"/>
              <a:buFont typeface="Arial"/>
              <a:buNone/>
            </a:pPr>
            <a:r>
              <a:rPr b="1" i="0" lang="ru-KZ" sz="1400" u="none" cap="none" strike="noStrike">
                <a:solidFill>
                  <a:srgbClr val="000000"/>
                </a:solidFill>
                <a:latin typeface="Quattrocento Sans"/>
                <a:ea typeface="Quattrocento Sans"/>
                <a:cs typeface="Quattrocento Sans"/>
                <a:sym typeface="Quattrocento Sans"/>
              </a:rPr>
              <a:t>of  the Kazakh Speech Recognition System</a:t>
            </a:r>
            <a:r>
              <a:rPr b="0" i="0" lang="ru-KZ" sz="1400" u="none" cap="none" strike="noStrike">
                <a:solidFill>
                  <a:srgbClr val="000000"/>
                </a:solidFill>
                <a:latin typeface="Quattrocento Sans"/>
                <a:ea typeface="Quattrocento Sans"/>
                <a:cs typeface="Quattrocento Sans"/>
                <a:sym typeface="Quattrocento Sans"/>
              </a:rPr>
              <a:t>", 2019-2022</a:t>
            </a:r>
            <a:endParaRPr b="0" i="0" sz="14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400"/>
              <a:buFont typeface="Arial"/>
              <a:buNone/>
            </a:pPr>
            <a:r>
              <a:rPr b="1" i="1" lang="ru-KZ" sz="1400" u="none" cap="none" strike="noStrike">
                <a:solidFill>
                  <a:srgbClr val="000000"/>
                </a:solidFill>
                <a:latin typeface="Quattrocento Sans"/>
                <a:ea typeface="Quattrocento Sans"/>
                <a:cs typeface="Quattrocento Sans"/>
                <a:sym typeface="Quattrocento Sans"/>
              </a:rPr>
              <a:t>Beijing PERCENT Technology Group Co., Ltd</a:t>
            </a:r>
            <a:r>
              <a:rPr b="0" i="0" lang="ru-KZ" sz="1400" u="none" cap="none" strike="noStrike">
                <a:solidFill>
                  <a:srgbClr val="000000"/>
                </a:solidFill>
                <a:latin typeface="Quattrocento Sans"/>
                <a:ea typeface="Quattrocento Sans"/>
                <a:cs typeface="Quattrocento Sans"/>
                <a:sym typeface="Quattrocento Sans"/>
              </a:rPr>
              <a:t>.</a:t>
            </a:r>
            <a:endParaRPr b="0" i="0" sz="1400" u="none" cap="none" strike="noStrike">
              <a:solidFill>
                <a:srgbClr val="000000"/>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400"/>
              <a:buFont typeface="Arial"/>
              <a:buNone/>
            </a:pPr>
            <a:r>
              <a:rPr b="0" i="0" lang="ru-KZ" sz="1400" u="none" cap="none" strike="noStrike">
                <a:solidFill>
                  <a:srgbClr val="000000"/>
                </a:solidFill>
                <a:latin typeface="Quattrocento Sans"/>
                <a:ea typeface="Quattrocento Sans"/>
                <a:cs typeface="Quattrocento Sans"/>
                <a:sym typeface="Quattrocento Sans"/>
              </a:rPr>
              <a:t>Budget: 11,000 $ USD</a:t>
            </a:r>
            <a:endParaRPr b="0" i="0" sz="1400" u="none" cap="none" strike="noStrike">
              <a:solidFill>
                <a:srgbClr val="000000"/>
              </a:solidFill>
              <a:latin typeface="Quattrocento Sans"/>
              <a:ea typeface="Quattrocento Sans"/>
              <a:cs typeface="Quattrocento Sans"/>
              <a:sym typeface="Quattrocento Sans"/>
            </a:endParaRPr>
          </a:p>
        </p:txBody>
      </p:sp>
      <p:sp>
        <p:nvSpPr>
          <p:cNvPr id="252" name="Google Shape;252;p2"/>
          <p:cNvSpPr/>
          <p:nvPr/>
        </p:nvSpPr>
        <p:spPr>
          <a:xfrm>
            <a:off x="11653000" y="-14525"/>
            <a:ext cx="380350" cy="450950"/>
          </a:xfrm>
          <a:prstGeom prst="flowChartOffpageConnector">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grpSp>
        <p:nvGrpSpPr>
          <p:cNvPr id="258" name="Google Shape;258;g1a42daebaef_0_401"/>
          <p:cNvGrpSpPr/>
          <p:nvPr/>
        </p:nvGrpSpPr>
        <p:grpSpPr>
          <a:xfrm rot="2760599">
            <a:off x="3948128" y="1851568"/>
            <a:ext cx="4201326" cy="4161344"/>
            <a:chOff x="2335683" y="1412307"/>
            <a:chExt cx="3293408" cy="3262066"/>
          </a:xfrm>
        </p:grpSpPr>
        <p:sp>
          <p:nvSpPr>
            <p:cNvPr id="259" name="Google Shape;259;g1a42daebaef_0_401"/>
            <p:cNvSpPr/>
            <p:nvPr/>
          </p:nvSpPr>
          <p:spPr>
            <a:xfrm>
              <a:off x="2718206" y="1795770"/>
              <a:ext cx="1080000" cy="1080000"/>
            </a:xfrm>
            <a:prstGeom prst="rect">
              <a:avLst/>
            </a:prstGeom>
            <a:solidFill>
              <a:schemeClr val="accent1"/>
            </a:solidFill>
            <a:ln cap="flat" cmpd="sng" w="38100">
              <a:solidFill>
                <a:srgbClr val="3F3F3F"/>
              </a:solidFill>
              <a:prstDash val="solid"/>
              <a:miter lim="800000"/>
              <a:headEnd len="sm" w="sm" type="none"/>
              <a:tailEnd len="sm" w="sm" type="none"/>
            </a:ln>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3F3F3F"/>
                </a:solidFill>
                <a:latin typeface="Arial"/>
                <a:ea typeface="Arial"/>
                <a:cs typeface="Arial"/>
                <a:sym typeface="Arial"/>
              </a:endParaRPr>
            </a:p>
          </p:txBody>
        </p:sp>
        <p:sp>
          <p:nvSpPr>
            <p:cNvPr id="260" name="Google Shape;260;g1a42daebaef_0_401"/>
            <p:cNvSpPr/>
            <p:nvPr/>
          </p:nvSpPr>
          <p:spPr>
            <a:xfrm>
              <a:off x="4133134" y="1801211"/>
              <a:ext cx="1080000" cy="1080000"/>
            </a:xfrm>
            <a:prstGeom prst="rect">
              <a:avLst/>
            </a:prstGeom>
            <a:solidFill>
              <a:schemeClr val="lt1"/>
            </a:solidFill>
            <a:ln cap="flat" cmpd="sng" w="38100">
              <a:solidFill>
                <a:schemeClr val="accent3"/>
              </a:solidFill>
              <a:prstDash val="solid"/>
              <a:miter lim="800000"/>
              <a:headEnd len="sm" w="sm" type="none"/>
              <a:tailEnd len="sm" w="sm" type="none"/>
            </a:ln>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3F3F3F"/>
                </a:solidFill>
                <a:latin typeface="Arial"/>
                <a:ea typeface="Arial"/>
                <a:cs typeface="Arial"/>
                <a:sym typeface="Arial"/>
              </a:endParaRPr>
            </a:p>
          </p:txBody>
        </p:sp>
        <p:sp>
          <p:nvSpPr>
            <p:cNvPr id="261" name="Google Shape;261;g1a42daebaef_0_401"/>
            <p:cNvSpPr/>
            <p:nvPr/>
          </p:nvSpPr>
          <p:spPr>
            <a:xfrm>
              <a:off x="2773445" y="3209631"/>
              <a:ext cx="1080000" cy="1080000"/>
            </a:xfrm>
            <a:prstGeom prst="rect">
              <a:avLst/>
            </a:prstGeom>
            <a:solidFill>
              <a:schemeClr val="lt1"/>
            </a:solidFill>
            <a:ln cap="flat" cmpd="sng" w="38100">
              <a:solidFill>
                <a:schemeClr val="accent3"/>
              </a:solidFill>
              <a:prstDash val="solid"/>
              <a:miter lim="800000"/>
              <a:headEnd len="sm" w="sm" type="none"/>
              <a:tailEnd len="sm" w="sm" type="none"/>
            </a:ln>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3F3F3F"/>
                </a:solidFill>
                <a:latin typeface="Arial"/>
                <a:ea typeface="Arial"/>
                <a:cs typeface="Arial"/>
                <a:sym typeface="Arial"/>
              </a:endParaRPr>
            </a:p>
          </p:txBody>
        </p:sp>
        <p:sp>
          <p:nvSpPr>
            <p:cNvPr id="262" name="Google Shape;262;g1a42daebaef_0_401"/>
            <p:cNvSpPr/>
            <p:nvPr/>
          </p:nvSpPr>
          <p:spPr>
            <a:xfrm>
              <a:off x="4128586" y="3157352"/>
              <a:ext cx="1080000" cy="1080000"/>
            </a:xfrm>
            <a:prstGeom prst="rect">
              <a:avLst/>
            </a:prstGeom>
            <a:solidFill>
              <a:schemeClr val="accent1"/>
            </a:solidFill>
            <a:ln cap="flat" cmpd="sng" w="38100">
              <a:solidFill>
                <a:srgbClr val="3F3F3F"/>
              </a:solidFill>
              <a:prstDash val="solid"/>
              <a:miter lim="800000"/>
              <a:headEnd len="sm" w="sm" type="none"/>
              <a:tailEnd len="sm" w="sm" type="none"/>
            </a:ln>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3F3F3F"/>
                </a:solidFill>
                <a:latin typeface="Arial"/>
                <a:ea typeface="Arial"/>
                <a:cs typeface="Arial"/>
                <a:sym typeface="Arial"/>
              </a:endParaRPr>
            </a:p>
          </p:txBody>
        </p:sp>
        <p:grpSp>
          <p:nvGrpSpPr>
            <p:cNvPr id="263" name="Google Shape;263;g1a42daebaef_0_401"/>
            <p:cNvGrpSpPr/>
            <p:nvPr/>
          </p:nvGrpSpPr>
          <p:grpSpPr>
            <a:xfrm>
              <a:off x="2335683" y="1412307"/>
              <a:ext cx="3293408" cy="3262066"/>
              <a:chOff x="2228467" y="1244261"/>
              <a:chExt cx="3293408" cy="3262066"/>
            </a:xfrm>
          </p:grpSpPr>
          <p:sp>
            <p:nvSpPr>
              <p:cNvPr id="264" name="Google Shape;264;g1a42daebaef_0_401"/>
              <p:cNvSpPr/>
              <p:nvPr/>
            </p:nvSpPr>
            <p:spPr>
              <a:xfrm>
                <a:off x="2435170" y="2841622"/>
                <a:ext cx="2880000" cy="36000"/>
              </a:xfrm>
              <a:prstGeom prst="rect">
                <a:avLst/>
              </a:prstGeom>
              <a:solidFill>
                <a:schemeClr val="accent1"/>
              </a:solidFill>
              <a:ln>
                <a:noFill/>
              </a:ln>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3F3F3F"/>
                  </a:solidFill>
                  <a:latin typeface="Arial"/>
                  <a:ea typeface="Arial"/>
                  <a:cs typeface="Arial"/>
                  <a:sym typeface="Arial"/>
                </a:endParaRPr>
              </a:p>
            </p:txBody>
          </p:sp>
          <p:sp>
            <p:nvSpPr>
              <p:cNvPr id="265" name="Google Shape;265;g1a42daebaef_0_401"/>
              <p:cNvSpPr/>
              <p:nvPr/>
            </p:nvSpPr>
            <p:spPr>
              <a:xfrm rot="5400000">
                <a:off x="2435170" y="2841622"/>
                <a:ext cx="2880000" cy="36000"/>
              </a:xfrm>
              <a:prstGeom prst="rect">
                <a:avLst/>
              </a:prstGeom>
              <a:solidFill>
                <a:schemeClr val="accent3"/>
              </a:solidFill>
              <a:ln>
                <a:noFill/>
              </a:ln>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3F3F3F"/>
                  </a:solidFill>
                  <a:latin typeface="Arial"/>
                  <a:ea typeface="Arial"/>
                  <a:cs typeface="Arial"/>
                  <a:sym typeface="Arial"/>
                </a:endParaRPr>
              </a:p>
            </p:txBody>
          </p:sp>
          <p:sp>
            <p:nvSpPr>
              <p:cNvPr id="266" name="Google Shape;266;g1a42daebaef_0_401"/>
              <p:cNvSpPr/>
              <p:nvPr/>
            </p:nvSpPr>
            <p:spPr>
              <a:xfrm>
                <a:off x="3755281" y="1244261"/>
                <a:ext cx="239700" cy="206700"/>
              </a:xfrm>
              <a:prstGeom prst="triangle">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3F3F3F"/>
                  </a:solidFill>
                  <a:latin typeface="Arial"/>
                  <a:ea typeface="Arial"/>
                  <a:cs typeface="Arial"/>
                  <a:sym typeface="Arial"/>
                </a:endParaRPr>
              </a:p>
            </p:txBody>
          </p:sp>
          <p:sp>
            <p:nvSpPr>
              <p:cNvPr id="267" name="Google Shape;267;g1a42daebaef_0_401"/>
              <p:cNvSpPr/>
              <p:nvPr/>
            </p:nvSpPr>
            <p:spPr>
              <a:xfrm rot="5400000">
                <a:off x="5298675" y="2750605"/>
                <a:ext cx="239700" cy="206700"/>
              </a:xfrm>
              <a:prstGeom prst="triangl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3F3F3F"/>
                  </a:solidFill>
                  <a:latin typeface="Arial"/>
                  <a:ea typeface="Arial"/>
                  <a:cs typeface="Arial"/>
                  <a:sym typeface="Arial"/>
                </a:endParaRPr>
              </a:p>
            </p:txBody>
          </p:sp>
          <p:sp>
            <p:nvSpPr>
              <p:cNvPr id="268" name="Google Shape;268;g1a42daebaef_0_401"/>
              <p:cNvSpPr/>
              <p:nvPr/>
            </p:nvSpPr>
            <p:spPr>
              <a:xfrm rot="10800000">
                <a:off x="3755359" y="4299627"/>
                <a:ext cx="239700" cy="206700"/>
              </a:xfrm>
              <a:prstGeom prst="triangle">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3F3F3F"/>
                  </a:solidFill>
                  <a:latin typeface="Arial"/>
                  <a:ea typeface="Arial"/>
                  <a:cs typeface="Arial"/>
                  <a:sym typeface="Arial"/>
                </a:endParaRPr>
              </a:p>
            </p:txBody>
          </p:sp>
          <p:sp>
            <p:nvSpPr>
              <p:cNvPr id="269" name="Google Shape;269;g1a42daebaef_0_401"/>
              <p:cNvSpPr/>
              <p:nvPr/>
            </p:nvSpPr>
            <p:spPr>
              <a:xfrm rot="-5400000">
                <a:off x="2211967" y="2774311"/>
                <a:ext cx="239700" cy="206700"/>
              </a:xfrm>
              <a:prstGeom prst="triangl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3F3F3F"/>
                  </a:solidFill>
                  <a:latin typeface="Arial"/>
                  <a:ea typeface="Arial"/>
                  <a:cs typeface="Arial"/>
                  <a:sym typeface="Arial"/>
                </a:endParaRPr>
              </a:p>
            </p:txBody>
          </p:sp>
        </p:grpSp>
      </p:grpSp>
      <p:sp>
        <p:nvSpPr>
          <p:cNvPr id="270" name="Google Shape;270;g1a42daebaef_0_401"/>
          <p:cNvSpPr/>
          <p:nvPr/>
        </p:nvSpPr>
        <p:spPr>
          <a:xfrm>
            <a:off x="4502721" y="3652913"/>
            <a:ext cx="567000" cy="530762"/>
          </a:xfrm>
          <a:custGeom>
            <a:rect b="b" l="l" r="r" t="t"/>
            <a:pathLst>
              <a:path extrusionOk="0" h="3032924" w="3239999">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3F3F3F"/>
              </a:solidFill>
              <a:latin typeface="Arial"/>
              <a:ea typeface="Arial"/>
              <a:cs typeface="Arial"/>
              <a:sym typeface="Arial"/>
            </a:endParaRPr>
          </a:p>
        </p:txBody>
      </p:sp>
      <p:sp>
        <p:nvSpPr>
          <p:cNvPr id="271" name="Google Shape;271;g1a42daebaef_0_401"/>
          <p:cNvSpPr/>
          <p:nvPr/>
        </p:nvSpPr>
        <p:spPr>
          <a:xfrm>
            <a:off x="6981930" y="3707044"/>
            <a:ext cx="668151" cy="393023"/>
          </a:xfrm>
          <a:custGeom>
            <a:rect b="b" l="l" r="r" t="t"/>
            <a:pathLst>
              <a:path extrusionOk="0" h="2664566" w="4529836">
                <a:moveTo>
                  <a:pt x="1861969" y="0"/>
                </a:moveTo>
                <a:cubicBezTo>
                  <a:pt x="2177122" y="0"/>
                  <a:pt x="2455874" y="155855"/>
                  <a:pt x="2611443" y="404565"/>
                </a:cubicBezTo>
                <a:cubicBezTo>
                  <a:pt x="2709453" y="315054"/>
                  <a:pt x="2840684" y="266178"/>
                  <a:pt x="2983336" y="266178"/>
                </a:cubicBezTo>
                <a:cubicBezTo>
                  <a:pt x="3293144" y="266178"/>
                  <a:pt x="3549108" y="496718"/>
                  <a:pt x="3578241" y="797044"/>
                </a:cubicBezTo>
                <a:cubicBezTo>
                  <a:pt x="3583592" y="793823"/>
                  <a:pt x="3589010" y="793774"/>
                  <a:pt x="3594440" y="793774"/>
                </a:cubicBezTo>
                <a:cubicBezTo>
                  <a:pt x="4111042" y="793774"/>
                  <a:pt x="4529836" y="1212568"/>
                  <a:pt x="4529836" y="1729170"/>
                </a:cubicBezTo>
                <a:cubicBezTo>
                  <a:pt x="4529836" y="2216938"/>
                  <a:pt x="4156487" y="2617512"/>
                  <a:pt x="3679930" y="2660249"/>
                </a:cubicBezTo>
                <a:lnTo>
                  <a:pt x="3679930" y="2664566"/>
                </a:lnTo>
                <a:lnTo>
                  <a:pt x="3594440" y="2664566"/>
                </a:lnTo>
                <a:lnTo>
                  <a:pt x="1043912" y="2664566"/>
                </a:lnTo>
                <a:lnTo>
                  <a:pt x="1043912" y="2657589"/>
                </a:lnTo>
                <a:cubicBezTo>
                  <a:pt x="1008374" y="2662448"/>
                  <a:pt x="972132" y="2664566"/>
                  <a:pt x="935396" y="2664566"/>
                </a:cubicBezTo>
                <a:cubicBezTo>
                  <a:pt x="418794" y="2664566"/>
                  <a:pt x="0" y="2245772"/>
                  <a:pt x="0" y="1729170"/>
                </a:cubicBezTo>
                <a:cubicBezTo>
                  <a:pt x="0" y="1212568"/>
                  <a:pt x="418794" y="793774"/>
                  <a:pt x="935396" y="793774"/>
                </a:cubicBezTo>
                <a:lnTo>
                  <a:pt x="954395" y="797612"/>
                </a:lnTo>
                <a:cubicBezTo>
                  <a:pt x="1004779" y="344999"/>
                  <a:pt x="1393085" y="0"/>
                  <a:pt x="1861969"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3F3F3F"/>
              </a:solidFill>
              <a:latin typeface="Arial"/>
              <a:ea typeface="Arial"/>
              <a:cs typeface="Arial"/>
              <a:sym typeface="Arial"/>
            </a:endParaRPr>
          </a:p>
        </p:txBody>
      </p:sp>
      <p:sp>
        <p:nvSpPr>
          <p:cNvPr id="272" name="Google Shape;272;g1a42daebaef_0_401"/>
          <p:cNvSpPr/>
          <p:nvPr/>
        </p:nvSpPr>
        <p:spPr>
          <a:xfrm>
            <a:off x="5802654" y="2337673"/>
            <a:ext cx="510300" cy="508809"/>
          </a:xfrm>
          <a:custGeom>
            <a:rect b="b" l="l" r="r" t="t"/>
            <a:pathLst>
              <a:path extrusionOk="0" h="3230531" w="3240000">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lt1"/>
          </a:solidFill>
          <a:ln>
            <a:noFill/>
          </a:ln>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3F3F3F"/>
              </a:solidFill>
              <a:latin typeface="Arial"/>
              <a:ea typeface="Arial"/>
              <a:cs typeface="Arial"/>
              <a:sym typeface="Arial"/>
            </a:endParaRPr>
          </a:p>
        </p:txBody>
      </p:sp>
      <p:grpSp>
        <p:nvGrpSpPr>
          <p:cNvPr id="273" name="Google Shape;273;g1a42daebaef_0_401"/>
          <p:cNvGrpSpPr/>
          <p:nvPr/>
        </p:nvGrpSpPr>
        <p:grpSpPr>
          <a:xfrm>
            <a:off x="7726079" y="5234574"/>
            <a:ext cx="3535060" cy="1240382"/>
            <a:chOff x="2113657" y="4271939"/>
            <a:chExt cx="3647400" cy="640263"/>
          </a:xfrm>
        </p:grpSpPr>
        <p:sp>
          <p:nvSpPr>
            <p:cNvPr id="274" name="Google Shape;274;g1a42daebaef_0_401"/>
            <p:cNvSpPr txBox="1"/>
            <p:nvPr/>
          </p:nvSpPr>
          <p:spPr>
            <a:xfrm>
              <a:off x="2113657" y="4721402"/>
              <a:ext cx="3647400" cy="190800"/>
            </a:xfrm>
            <a:prstGeom prst="rect">
              <a:avLst/>
            </a:prstGeom>
            <a:noFill/>
            <a:ln>
              <a:noFill/>
            </a:ln>
          </p:spPr>
          <p:txBody>
            <a:bodyPr anchorCtr="0" anchor="ctr" bIns="45700" lIns="91425" spcFirstLastPara="1" rIns="91425" wrap="square" tIns="45700">
              <a:spAutoFit/>
            </a:bodyPr>
            <a:lstStyle/>
            <a:p>
              <a:pPr indent="0" lvl="0" marL="0" marR="0" rtl="0" algn="just">
                <a:lnSpc>
                  <a:spcPct val="107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g1a42daebaef_0_401"/>
            <p:cNvSpPr txBox="1"/>
            <p:nvPr/>
          </p:nvSpPr>
          <p:spPr>
            <a:xfrm>
              <a:off x="2113657" y="4271939"/>
              <a:ext cx="3647400" cy="1749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ru-KZ" sz="1600" u="none" cap="none" strike="noStrike">
                  <a:solidFill>
                    <a:srgbClr val="3F3F3F"/>
                  </a:solidFill>
                  <a:latin typeface="Arial"/>
                  <a:ea typeface="Arial"/>
                  <a:cs typeface="Arial"/>
                  <a:sym typeface="Arial"/>
                </a:rPr>
                <a:t>Human-robot interface </a:t>
              </a:r>
              <a:endParaRPr b="1" i="0" sz="1600" u="none" cap="none" strike="noStrike">
                <a:solidFill>
                  <a:srgbClr val="3F3F3F"/>
                </a:solidFill>
                <a:latin typeface="Arial"/>
                <a:ea typeface="Arial"/>
                <a:cs typeface="Arial"/>
                <a:sym typeface="Arial"/>
              </a:endParaRPr>
            </a:p>
          </p:txBody>
        </p:sp>
      </p:grpSp>
      <p:grpSp>
        <p:nvGrpSpPr>
          <p:cNvPr id="276" name="Google Shape;276;g1a42daebaef_0_401"/>
          <p:cNvGrpSpPr/>
          <p:nvPr/>
        </p:nvGrpSpPr>
        <p:grpSpPr>
          <a:xfrm>
            <a:off x="7750807" y="2179300"/>
            <a:ext cx="3817884" cy="1074244"/>
            <a:chOff x="1821845" y="4409869"/>
            <a:chExt cx="3939212" cy="485030"/>
          </a:xfrm>
        </p:grpSpPr>
        <p:sp>
          <p:nvSpPr>
            <p:cNvPr id="277" name="Google Shape;277;g1a42daebaef_0_401"/>
            <p:cNvSpPr txBox="1"/>
            <p:nvPr/>
          </p:nvSpPr>
          <p:spPr>
            <a:xfrm>
              <a:off x="2113657" y="4741899"/>
              <a:ext cx="3647400" cy="153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F3F3F"/>
                </a:solidFill>
                <a:latin typeface="Arial"/>
                <a:ea typeface="Arial"/>
                <a:cs typeface="Arial"/>
                <a:sym typeface="Arial"/>
              </a:endParaRPr>
            </a:p>
          </p:txBody>
        </p:sp>
        <p:sp>
          <p:nvSpPr>
            <p:cNvPr id="278" name="Google Shape;278;g1a42daebaef_0_401"/>
            <p:cNvSpPr txBox="1"/>
            <p:nvPr/>
          </p:nvSpPr>
          <p:spPr>
            <a:xfrm>
              <a:off x="1821845" y="4409869"/>
              <a:ext cx="3540600" cy="166800"/>
            </a:xfrm>
            <a:prstGeom prst="rect">
              <a:avLst/>
            </a:prstGeom>
            <a:noFill/>
            <a:ln>
              <a:noFill/>
            </a:ln>
          </p:spPr>
          <p:txBody>
            <a:bodyPr anchorCtr="0" anchor="ctr" bIns="45700" lIns="91425" spcFirstLastPara="1" rIns="91425" wrap="square" tIns="45700">
              <a:spAutoFit/>
            </a:bodyPr>
            <a:lstStyle/>
            <a:p>
              <a:pPr indent="0" lvl="0" marL="0" marR="0" rtl="0" algn="l">
                <a:lnSpc>
                  <a:spcPct val="107000"/>
                </a:lnSpc>
                <a:spcBef>
                  <a:spcPts val="0"/>
                </a:spcBef>
                <a:spcAft>
                  <a:spcPts val="0"/>
                </a:spcAft>
                <a:buClr>
                  <a:srgbClr val="000000"/>
                </a:buClr>
                <a:buSzPts val="1800"/>
                <a:buFont typeface="Arial"/>
                <a:buNone/>
              </a:pPr>
              <a:r>
                <a:rPr b="1" i="1" lang="ru-KZ" sz="1800" u="none" cap="none" strike="noStrike">
                  <a:solidFill>
                    <a:schemeClr val="dk1"/>
                  </a:solidFill>
                  <a:latin typeface="Calibri"/>
                  <a:ea typeface="Calibri"/>
                  <a:cs typeface="Calibri"/>
                  <a:sym typeface="Calibri"/>
                </a:rPr>
                <a:t>Search for media content</a:t>
              </a:r>
              <a:endParaRPr b="0" i="0" sz="1800" u="none" cap="none" strike="noStrike">
                <a:solidFill>
                  <a:schemeClr val="dk1"/>
                </a:solidFill>
                <a:latin typeface="Calibri"/>
                <a:ea typeface="Calibri"/>
                <a:cs typeface="Calibri"/>
                <a:sym typeface="Calibri"/>
              </a:endParaRPr>
            </a:p>
          </p:txBody>
        </p:sp>
      </p:grpSp>
      <p:grpSp>
        <p:nvGrpSpPr>
          <p:cNvPr id="279" name="Google Shape;279;g1a42daebaef_0_401"/>
          <p:cNvGrpSpPr/>
          <p:nvPr/>
        </p:nvGrpSpPr>
        <p:grpSpPr>
          <a:xfrm>
            <a:off x="919184" y="1681629"/>
            <a:ext cx="3534880" cy="1553080"/>
            <a:chOff x="467544" y="1315748"/>
            <a:chExt cx="1931101" cy="736057"/>
          </a:xfrm>
        </p:grpSpPr>
        <p:sp>
          <p:nvSpPr>
            <p:cNvPr id="280" name="Google Shape;280;g1a42daebaef_0_401"/>
            <p:cNvSpPr txBox="1"/>
            <p:nvPr/>
          </p:nvSpPr>
          <p:spPr>
            <a:xfrm>
              <a:off x="467544" y="1891305"/>
              <a:ext cx="1931100" cy="1605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Arial"/>
                <a:buNone/>
              </a:pPr>
              <a:r>
                <a:t/>
              </a:r>
              <a:endParaRPr b="0" i="0" sz="1600" u="none" cap="none" strike="noStrike">
                <a:solidFill>
                  <a:srgbClr val="3F3F3F"/>
                </a:solidFill>
                <a:latin typeface="Arial"/>
                <a:ea typeface="Arial"/>
                <a:cs typeface="Arial"/>
                <a:sym typeface="Arial"/>
              </a:endParaRPr>
            </a:p>
          </p:txBody>
        </p:sp>
        <p:sp>
          <p:nvSpPr>
            <p:cNvPr id="281" name="Google Shape;281;g1a42daebaef_0_401"/>
            <p:cNvSpPr txBox="1"/>
            <p:nvPr/>
          </p:nvSpPr>
          <p:spPr>
            <a:xfrm>
              <a:off x="467545" y="1315748"/>
              <a:ext cx="1931100" cy="3063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1" lang="ru-KZ" sz="1800" u="none" cap="none" strike="noStrike">
                  <a:solidFill>
                    <a:schemeClr val="dk1"/>
                  </a:solidFill>
                  <a:latin typeface="Calibri"/>
                  <a:ea typeface="Calibri"/>
                  <a:cs typeface="Calibri"/>
                  <a:sym typeface="Calibri"/>
                </a:rPr>
                <a:t>Call analytics and operator assistance</a:t>
              </a:r>
              <a:endParaRPr b="1" i="0" sz="1600" u="none" cap="none" strike="noStrike">
                <a:solidFill>
                  <a:srgbClr val="3F3F3F"/>
                </a:solidFill>
                <a:latin typeface="Arial"/>
                <a:ea typeface="Arial"/>
                <a:cs typeface="Arial"/>
                <a:sym typeface="Arial"/>
              </a:endParaRPr>
            </a:p>
          </p:txBody>
        </p:sp>
      </p:grpSp>
      <p:sp>
        <p:nvSpPr>
          <p:cNvPr id="282" name="Google Shape;282;g1a42daebaef_0_401"/>
          <p:cNvSpPr txBox="1"/>
          <p:nvPr/>
        </p:nvSpPr>
        <p:spPr>
          <a:xfrm>
            <a:off x="1786700" y="5497775"/>
            <a:ext cx="2667300" cy="665700"/>
          </a:xfrm>
          <a:prstGeom prst="rect">
            <a:avLst/>
          </a:prstGeom>
          <a:noFill/>
          <a:ln>
            <a:noFill/>
          </a:ln>
        </p:spPr>
        <p:txBody>
          <a:bodyPr anchorCtr="0" anchor="ctr" bIns="45700" lIns="91425" spcFirstLastPara="1" rIns="91425" wrap="square" tIns="45700">
            <a:spAutoFit/>
          </a:bodyPr>
          <a:lstStyle/>
          <a:p>
            <a:pPr indent="0" lvl="0" marL="0" marR="0" rtl="0" algn="just">
              <a:lnSpc>
                <a:spcPct val="107000"/>
              </a:lnSpc>
              <a:spcBef>
                <a:spcPts val="0"/>
              </a:spcBef>
              <a:spcAft>
                <a:spcPts val="0"/>
              </a:spcAft>
              <a:buClr>
                <a:schemeClr val="dk1"/>
              </a:buClr>
              <a:buSzPts val="1800"/>
              <a:buFont typeface="Arial"/>
              <a:buNone/>
            </a:pPr>
            <a:r>
              <a:rPr b="1" i="1" lang="ru-KZ" sz="1800" u="none" cap="none" strike="noStrike">
                <a:solidFill>
                  <a:schemeClr val="dk1"/>
                </a:solidFill>
                <a:latin typeface="Calibri"/>
                <a:ea typeface="Calibri"/>
                <a:cs typeface="Calibri"/>
                <a:sym typeface="Calibri"/>
              </a:rPr>
              <a:t>Multimedia subtitles (with a ASR system)</a:t>
            </a:r>
            <a:endParaRPr b="0" i="0" sz="1800" u="none" cap="none" strike="noStrike">
              <a:solidFill>
                <a:schemeClr val="dk1"/>
              </a:solidFill>
              <a:latin typeface="Calibri"/>
              <a:ea typeface="Calibri"/>
              <a:cs typeface="Calibri"/>
              <a:sym typeface="Calibri"/>
            </a:endParaRPr>
          </a:p>
        </p:txBody>
      </p:sp>
      <p:sp>
        <p:nvSpPr>
          <p:cNvPr id="283" name="Google Shape;283;g1a42daebaef_0_401"/>
          <p:cNvSpPr txBox="1"/>
          <p:nvPr/>
        </p:nvSpPr>
        <p:spPr>
          <a:xfrm>
            <a:off x="683401" y="264316"/>
            <a:ext cx="11254800" cy="724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Arial"/>
              <a:buNone/>
            </a:pPr>
            <a:r>
              <a:rPr b="1" i="0" lang="ru-KZ" sz="5400" u="none" cap="none" strike="noStrike">
                <a:solidFill>
                  <a:schemeClr val="dk1"/>
                </a:solidFill>
                <a:latin typeface="Quattrocento Sans"/>
                <a:ea typeface="Quattrocento Sans"/>
                <a:cs typeface="Quattrocento Sans"/>
                <a:sym typeface="Quattrocento Sans"/>
              </a:rPr>
              <a:t>Today it is relevant:</a:t>
            </a:r>
            <a:endParaRPr b="0" i="0" sz="5400" u="none" cap="none" strike="noStrike">
              <a:solidFill>
                <a:schemeClr val="dk1"/>
              </a:solidFill>
              <a:latin typeface="Quattrocento Sans"/>
              <a:ea typeface="Quattrocento Sans"/>
              <a:cs typeface="Quattrocento Sans"/>
              <a:sym typeface="Quattrocento Sans"/>
            </a:endParaRPr>
          </a:p>
        </p:txBody>
      </p:sp>
      <p:grpSp>
        <p:nvGrpSpPr>
          <p:cNvPr id="284" name="Google Shape;284;g1a42daebaef_0_401"/>
          <p:cNvGrpSpPr/>
          <p:nvPr/>
        </p:nvGrpSpPr>
        <p:grpSpPr>
          <a:xfrm>
            <a:off x="5600095" y="4711784"/>
            <a:ext cx="860592" cy="834008"/>
            <a:chOff x="5771483" y="1515787"/>
            <a:chExt cx="357359" cy="357391"/>
          </a:xfrm>
        </p:grpSpPr>
        <p:sp>
          <p:nvSpPr>
            <p:cNvPr id="285" name="Google Shape;285;g1a42daebaef_0_401"/>
            <p:cNvSpPr/>
            <p:nvPr/>
          </p:nvSpPr>
          <p:spPr>
            <a:xfrm>
              <a:off x="5771483" y="1515787"/>
              <a:ext cx="357359" cy="357391"/>
            </a:xfrm>
            <a:custGeom>
              <a:rect b="b" l="l" r="r" t="t"/>
              <a:pathLst>
                <a:path extrusionOk="0" h="11229" w="11228">
                  <a:moveTo>
                    <a:pt x="6334" y="346"/>
                  </a:moveTo>
                  <a:cubicBezTo>
                    <a:pt x="6334" y="346"/>
                    <a:pt x="6346" y="346"/>
                    <a:pt x="6346" y="358"/>
                  </a:cubicBezTo>
                  <a:lnTo>
                    <a:pt x="6346" y="822"/>
                  </a:lnTo>
                  <a:cubicBezTo>
                    <a:pt x="6346" y="989"/>
                    <a:pt x="6454" y="1120"/>
                    <a:pt x="6608" y="1156"/>
                  </a:cubicBezTo>
                  <a:cubicBezTo>
                    <a:pt x="7132" y="1275"/>
                    <a:pt x="7644" y="1477"/>
                    <a:pt x="8097" y="1763"/>
                  </a:cubicBezTo>
                  <a:cubicBezTo>
                    <a:pt x="8157" y="1798"/>
                    <a:pt x="8225" y="1817"/>
                    <a:pt x="8290" y="1817"/>
                  </a:cubicBezTo>
                  <a:cubicBezTo>
                    <a:pt x="8377" y="1817"/>
                    <a:pt x="8459" y="1784"/>
                    <a:pt x="8513" y="1715"/>
                  </a:cubicBezTo>
                  <a:lnTo>
                    <a:pt x="8847" y="1394"/>
                  </a:lnTo>
                  <a:lnTo>
                    <a:pt x="8859" y="1394"/>
                  </a:lnTo>
                  <a:lnTo>
                    <a:pt x="9859" y="2382"/>
                  </a:lnTo>
                  <a:lnTo>
                    <a:pt x="9859" y="2406"/>
                  </a:lnTo>
                  <a:lnTo>
                    <a:pt x="9525" y="2727"/>
                  </a:lnTo>
                  <a:cubicBezTo>
                    <a:pt x="9406" y="2846"/>
                    <a:pt x="9394" y="3013"/>
                    <a:pt x="9490" y="3144"/>
                  </a:cubicBezTo>
                  <a:cubicBezTo>
                    <a:pt x="9787" y="3608"/>
                    <a:pt x="9978" y="4097"/>
                    <a:pt x="10097" y="4632"/>
                  </a:cubicBezTo>
                  <a:cubicBezTo>
                    <a:pt x="10121" y="4799"/>
                    <a:pt x="10264" y="4906"/>
                    <a:pt x="10418" y="4906"/>
                  </a:cubicBezTo>
                  <a:lnTo>
                    <a:pt x="10883" y="4906"/>
                  </a:lnTo>
                  <a:cubicBezTo>
                    <a:pt x="10883" y="4906"/>
                    <a:pt x="10895" y="4906"/>
                    <a:pt x="10895" y="4918"/>
                  </a:cubicBezTo>
                  <a:lnTo>
                    <a:pt x="10883" y="6335"/>
                  </a:lnTo>
                  <a:lnTo>
                    <a:pt x="10418" y="6335"/>
                  </a:lnTo>
                  <a:cubicBezTo>
                    <a:pt x="10264" y="6335"/>
                    <a:pt x="10121" y="6430"/>
                    <a:pt x="10097" y="6597"/>
                  </a:cubicBezTo>
                  <a:cubicBezTo>
                    <a:pt x="9978" y="7121"/>
                    <a:pt x="9763" y="7621"/>
                    <a:pt x="9490" y="8085"/>
                  </a:cubicBezTo>
                  <a:cubicBezTo>
                    <a:pt x="9394" y="8216"/>
                    <a:pt x="9406" y="8407"/>
                    <a:pt x="9525" y="8502"/>
                  </a:cubicBezTo>
                  <a:lnTo>
                    <a:pt x="9859" y="8835"/>
                  </a:lnTo>
                  <a:lnTo>
                    <a:pt x="9859" y="8847"/>
                  </a:lnTo>
                  <a:lnTo>
                    <a:pt x="8859" y="9847"/>
                  </a:lnTo>
                  <a:lnTo>
                    <a:pt x="8847" y="9847"/>
                  </a:lnTo>
                  <a:lnTo>
                    <a:pt x="8513" y="9514"/>
                  </a:lnTo>
                  <a:cubicBezTo>
                    <a:pt x="8447" y="9448"/>
                    <a:pt x="8370" y="9415"/>
                    <a:pt x="8290" y="9415"/>
                  </a:cubicBezTo>
                  <a:cubicBezTo>
                    <a:pt x="8226" y="9415"/>
                    <a:pt x="8160" y="9436"/>
                    <a:pt x="8097" y="9478"/>
                  </a:cubicBezTo>
                  <a:cubicBezTo>
                    <a:pt x="7644" y="9776"/>
                    <a:pt x="7144" y="9966"/>
                    <a:pt x="6608" y="10085"/>
                  </a:cubicBezTo>
                  <a:cubicBezTo>
                    <a:pt x="6454" y="10109"/>
                    <a:pt x="6346" y="10252"/>
                    <a:pt x="6346" y="10407"/>
                  </a:cubicBezTo>
                  <a:lnTo>
                    <a:pt x="6346" y="10871"/>
                  </a:lnTo>
                  <a:cubicBezTo>
                    <a:pt x="6346" y="10871"/>
                    <a:pt x="6346" y="10883"/>
                    <a:pt x="6334" y="10883"/>
                  </a:cubicBezTo>
                  <a:lnTo>
                    <a:pt x="4930" y="10883"/>
                  </a:lnTo>
                  <a:cubicBezTo>
                    <a:pt x="4930" y="10883"/>
                    <a:pt x="4918" y="10883"/>
                    <a:pt x="4918" y="10871"/>
                  </a:cubicBezTo>
                  <a:lnTo>
                    <a:pt x="4918" y="10407"/>
                  </a:lnTo>
                  <a:cubicBezTo>
                    <a:pt x="4918" y="10252"/>
                    <a:pt x="4810" y="10109"/>
                    <a:pt x="4644" y="10085"/>
                  </a:cubicBezTo>
                  <a:cubicBezTo>
                    <a:pt x="4132" y="9966"/>
                    <a:pt x="3620" y="9752"/>
                    <a:pt x="3156" y="9478"/>
                  </a:cubicBezTo>
                  <a:cubicBezTo>
                    <a:pt x="3096" y="9442"/>
                    <a:pt x="3036" y="9419"/>
                    <a:pt x="2977" y="9419"/>
                  </a:cubicBezTo>
                  <a:cubicBezTo>
                    <a:pt x="2894" y="9419"/>
                    <a:pt x="2798" y="9442"/>
                    <a:pt x="2739" y="9514"/>
                  </a:cubicBezTo>
                  <a:lnTo>
                    <a:pt x="2417" y="9847"/>
                  </a:lnTo>
                  <a:lnTo>
                    <a:pt x="2405" y="9847"/>
                  </a:lnTo>
                  <a:lnTo>
                    <a:pt x="1405" y="8847"/>
                  </a:lnTo>
                  <a:lnTo>
                    <a:pt x="1405" y="8835"/>
                  </a:lnTo>
                  <a:lnTo>
                    <a:pt x="1727" y="8502"/>
                  </a:lnTo>
                  <a:cubicBezTo>
                    <a:pt x="1846" y="8383"/>
                    <a:pt x="1870" y="8228"/>
                    <a:pt x="1774" y="8085"/>
                  </a:cubicBezTo>
                  <a:cubicBezTo>
                    <a:pt x="1477" y="7621"/>
                    <a:pt x="1286" y="7133"/>
                    <a:pt x="1167" y="6597"/>
                  </a:cubicBezTo>
                  <a:cubicBezTo>
                    <a:pt x="1131" y="6430"/>
                    <a:pt x="1000" y="6335"/>
                    <a:pt x="834" y="6335"/>
                  </a:cubicBezTo>
                  <a:lnTo>
                    <a:pt x="381" y="6335"/>
                  </a:lnTo>
                  <a:cubicBezTo>
                    <a:pt x="381" y="6335"/>
                    <a:pt x="358" y="6335"/>
                    <a:pt x="358" y="6311"/>
                  </a:cubicBezTo>
                  <a:lnTo>
                    <a:pt x="358" y="4918"/>
                  </a:lnTo>
                  <a:cubicBezTo>
                    <a:pt x="358" y="4918"/>
                    <a:pt x="358" y="4906"/>
                    <a:pt x="381" y="4906"/>
                  </a:cubicBezTo>
                  <a:lnTo>
                    <a:pt x="834" y="4906"/>
                  </a:lnTo>
                  <a:cubicBezTo>
                    <a:pt x="1000" y="4906"/>
                    <a:pt x="1131" y="4799"/>
                    <a:pt x="1167" y="4632"/>
                  </a:cubicBezTo>
                  <a:cubicBezTo>
                    <a:pt x="1286" y="4108"/>
                    <a:pt x="1489" y="3608"/>
                    <a:pt x="1774" y="3144"/>
                  </a:cubicBezTo>
                  <a:cubicBezTo>
                    <a:pt x="1870" y="3013"/>
                    <a:pt x="1846" y="2834"/>
                    <a:pt x="1727" y="2727"/>
                  </a:cubicBezTo>
                  <a:lnTo>
                    <a:pt x="1405" y="2406"/>
                  </a:lnTo>
                  <a:lnTo>
                    <a:pt x="1405" y="2382"/>
                  </a:lnTo>
                  <a:lnTo>
                    <a:pt x="2405" y="1394"/>
                  </a:lnTo>
                  <a:lnTo>
                    <a:pt x="2417" y="1394"/>
                  </a:lnTo>
                  <a:lnTo>
                    <a:pt x="2739" y="1715"/>
                  </a:lnTo>
                  <a:cubicBezTo>
                    <a:pt x="2807" y="1784"/>
                    <a:pt x="2891" y="1817"/>
                    <a:pt x="2975" y="1817"/>
                  </a:cubicBezTo>
                  <a:cubicBezTo>
                    <a:pt x="3037" y="1817"/>
                    <a:pt x="3100" y="1798"/>
                    <a:pt x="3156" y="1763"/>
                  </a:cubicBezTo>
                  <a:cubicBezTo>
                    <a:pt x="3620" y="1465"/>
                    <a:pt x="4108" y="1275"/>
                    <a:pt x="4644" y="1156"/>
                  </a:cubicBezTo>
                  <a:cubicBezTo>
                    <a:pt x="4810" y="1120"/>
                    <a:pt x="4918" y="989"/>
                    <a:pt x="4918" y="822"/>
                  </a:cubicBezTo>
                  <a:lnTo>
                    <a:pt x="4918" y="358"/>
                  </a:lnTo>
                  <a:cubicBezTo>
                    <a:pt x="4918" y="358"/>
                    <a:pt x="4918" y="346"/>
                    <a:pt x="4930" y="346"/>
                  </a:cubicBezTo>
                  <a:close/>
                  <a:moveTo>
                    <a:pt x="4918" y="1"/>
                  </a:moveTo>
                  <a:cubicBezTo>
                    <a:pt x="4727" y="1"/>
                    <a:pt x="4572" y="156"/>
                    <a:pt x="4572" y="346"/>
                  </a:cubicBezTo>
                  <a:lnTo>
                    <a:pt x="4572" y="810"/>
                  </a:lnTo>
                  <a:cubicBezTo>
                    <a:pt x="4572" y="810"/>
                    <a:pt x="4572" y="822"/>
                    <a:pt x="4560" y="822"/>
                  </a:cubicBezTo>
                  <a:cubicBezTo>
                    <a:pt x="3989" y="941"/>
                    <a:pt x="3453" y="1168"/>
                    <a:pt x="2965" y="1477"/>
                  </a:cubicBezTo>
                  <a:lnTo>
                    <a:pt x="2953" y="1477"/>
                  </a:lnTo>
                  <a:lnTo>
                    <a:pt x="2620" y="1156"/>
                  </a:lnTo>
                  <a:cubicBezTo>
                    <a:pt x="2554" y="1090"/>
                    <a:pt x="2471" y="1057"/>
                    <a:pt x="2386" y="1057"/>
                  </a:cubicBezTo>
                  <a:cubicBezTo>
                    <a:pt x="2301" y="1057"/>
                    <a:pt x="2215" y="1090"/>
                    <a:pt x="2143" y="1156"/>
                  </a:cubicBezTo>
                  <a:lnTo>
                    <a:pt x="1155" y="2144"/>
                  </a:lnTo>
                  <a:cubicBezTo>
                    <a:pt x="1012" y="2287"/>
                    <a:pt x="1012" y="2489"/>
                    <a:pt x="1155" y="2620"/>
                  </a:cubicBezTo>
                  <a:lnTo>
                    <a:pt x="1477" y="2954"/>
                  </a:lnTo>
                  <a:lnTo>
                    <a:pt x="1477" y="2965"/>
                  </a:lnTo>
                  <a:cubicBezTo>
                    <a:pt x="1167" y="3454"/>
                    <a:pt x="941" y="3989"/>
                    <a:pt x="822" y="4561"/>
                  </a:cubicBezTo>
                  <a:cubicBezTo>
                    <a:pt x="822" y="4561"/>
                    <a:pt x="822" y="4573"/>
                    <a:pt x="810" y="4573"/>
                  </a:cubicBezTo>
                  <a:lnTo>
                    <a:pt x="346" y="4573"/>
                  </a:lnTo>
                  <a:cubicBezTo>
                    <a:pt x="155" y="4573"/>
                    <a:pt x="0" y="4728"/>
                    <a:pt x="0" y="4918"/>
                  </a:cubicBezTo>
                  <a:lnTo>
                    <a:pt x="0" y="6311"/>
                  </a:lnTo>
                  <a:cubicBezTo>
                    <a:pt x="0" y="6513"/>
                    <a:pt x="155" y="6656"/>
                    <a:pt x="346" y="6656"/>
                  </a:cubicBezTo>
                  <a:lnTo>
                    <a:pt x="810" y="6656"/>
                  </a:lnTo>
                  <a:cubicBezTo>
                    <a:pt x="810" y="6656"/>
                    <a:pt x="822" y="6656"/>
                    <a:pt x="822" y="6680"/>
                  </a:cubicBezTo>
                  <a:cubicBezTo>
                    <a:pt x="941" y="7240"/>
                    <a:pt x="1167" y="7776"/>
                    <a:pt x="1477" y="8264"/>
                  </a:cubicBezTo>
                  <a:lnTo>
                    <a:pt x="1477" y="8288"/>
                  </a:lnTo>
                  <a:lnTo>
                    <a:pt x="1155" y="8609"/>
                  </a:lnTo>
                  <a:cubicBezTo>
                    <a:pt x="1012" y="8740"/>
                    <a:pt x="1012" y="8954"/>
                    <a:pt x="1155" y="9085"/>
                  </a:cubicBezTo>
                  <a:lnTo>
                    <a:pt x="2143" y="10085"/>
                  </a:lnTo>
                  <a:cubicBezTo>
                    <a:pt x="2215" y="10151"/>
                    <a:pt x="2301" y="10184"/>
                    <a:pt x="2386" y="10184"/>
                  </a:cubicBezTo>
                  <a:cubicBezTo>
                    <a:pt x="2471" y="10184"/>
                    <a:pt x="2554" y="10151"/>
                    <a:pt x="2620" y="10085"/>
                  </a:cubicBezTo>
                  <a:lnTo>
                    <a:pt x="2953" y="9752"/>
                  </a:lnTo>
                  <a:lnTo>
                    <a:pt x="2965" y="9752"/>
                  </a:lnTo>
                  <a:cubicBezTo>
                    <a:pt x="3453" y="10073"/>
                    <a:pt x="3989" y="10288"/>
                    <a:pt x="4560" y="10407"/>
                  </a:cubicBezTo>
                  <a:cubicBezTo>
                    <a:pt x="4560" y="10407"/>
                    <a:pt x="4572" y="10407"/>
                    <a:pt x="4572" y="10431"/>
                  </a:cubicBezTo>
                  <a:lnTo>
                    <a:pt x="4572" y="10883"/>
                  </a:lnTo>
                  <a:cubicBezTo>
                    <a:pt x="4572" y="11085"/>
                    <a:pt x="4727" y="11228"/>
                    <a:pt x="4918" y="11228"/>
                  </a:cubicBezTo>
                  <a:lnTo>
                    <a:pt x="6311" y="11228"/>
                  </a:lnTo>
                  <a:cubicBezTo>
                    <a:pt x="6513" y="11228"/>
                    <a:pt x="6656" y="11085"/>
                    <a:pt x="6656" y="10883"/>
                  </a:cubicBezTo>
                  <a:lnTo>
                    <a:pt x="6656" y="10431"/>
                  </a:lnTo>
                  <a:cubicBezTo>
                    <a:pt x="6656" y="10431"/>
                    <a:pt x="6656" y="10407"/>
                    <a:pt x="6668" y="10407"/>
                  </a:cubicBezTo>
                  <a:cubicBezTo>
                    <a:pt x="7239" y="10288"/>
                    <a:pt x="7775" y="10062"/>
                    <a:pt x="8263" y="9752"/>
                  </a:cubicBezTo>
                  <a:lnTo>
                    <a:pt x="8275" y="9752"/>
                  </a:lnTo>
                  <a:lnTo>
                    <a:pt x="8609" y="10085"/>
                  </a:lnTo>
                  <a:cubicBezTo>
                    <a:pt x="8674" y="10151"/>
                    <a:pt x="8760" y="10184"/>
                    <a:pt x="8847" y="10184"/>
                  </a:cubicBezTo>
                  <a:cubicBezTo>
                    <a:pt x="8933" y="10184"/>
                    <a:pt x="9019" y="10151"/>
                    <a:pt x="9085" y="10085"/>
                  </a:cubicBezTo>
                  <a:lnTo>
                    <a:pt x="10085" y="9085"/>
                  </a:lnTo>
                  <a:cubicBezTo>
                    <a:pt x="10216" y="8954"/>
                    <a:pt x="10216" y="8740"/>
                    <a:pt x="10085" y="8609"/>
                  </a:cubicBezTo>
                  <a:lnTo>
                    <a:pt x="9752" y="8288"/>
                  </a:lnTo>
                  <a:lnTo>
                    <a:pt x="9752" y="8264"/>
                  </a:lnTo>
                  <a:cubicBezTo>
                    <a:pt x="10061" y="7776"/>
                    <a:pt x="10287" y="7240"/>
                    <a:pt x="10406" y="6680"/>
                  </a:cubicBezTo>
                  <a:cubicBezTo>
                    <a:pt x="10406" y="6680"/>
                    <a:pt x="10406" y="6656"/>
                    <a:pt x="10418" y="6656"/>
                  </a:cubicBezTo>
                  <a:lnTo>
                    <a:pt x="10883" y="6656"/>
                  </a:lnTo>
                  <a:cubicBezTo>
                    <a:pt x="11073" y="6656"/>
                    <a:pt x="11228" y="6513"/>
                    <a:pt x="11228" y="6311"/>
                  </a:cubicBezTo>
                  <a:lnTo>
                    <a:pt x="11228" y="4918"/>
                  </a:lnTo>
                  <a:cubicBezTo>
                    <a:pt x="11228" y="4728"/>
                    <a:pt x="11073" y="4573"/>
                    <a:pt x="10883" y="4573"/>
                  </a:cubicBezTo>
                  <a:lnTo>
                    <a:pt x="10418" y="4573"/>
                  </a:lnTo>
                  <a:cubicBezTo>
                    <a:pt x="10418" y="4573"/>
                    <a:pt x="10406" y="4573"/>
                    <a:pt x="10406" y="4561"/>
                  </a:cubicBezTo>
                  <a:cubicBezTo>
                    <a:pt x="10287" y="3989"/>
                    <a:pt x="10061" y="3454"/>
                    <a:pt x="9752" y="2965"/>
                  </a:cubicBezTo>
                  <a:lnTo>
                    <a:pt x="9752" y="2954"/>
                  </a:lnTo>
                  <a:lnTo>
                    <a:pt x="10085" y="2620"/>
                  </a:lnTo>
                  <a:cubicBezTo>
                    <a:pt x="10216" y="2489"/>
                    <a:pt x="10216" y="2287"/>
                    <a:pt x="10085" y="2144"/>
                  </a:cubicBezTo>
                  <a:lnTo>
                    <a:pt x="9085" y="1156"/>
                  </a:lnTo>
                  <a:cubicBezTo>
                    <a:pt x="9019" y="1090"/>
                    <a:pt x="8933" y="1057"/>
                    <a:pt x="8847" y="1057"/>
                  </a:cubicBezTo>
                  <a:cubicBezTo>
                    <a:pt x="8760" y="1057"/>
                    <a:pt x="8674" y="1090"/>
                    <a:pt x="8609" y="1156"/>
                  </a:cubicBezTo>
                  <a:lnTo>
                    <a:pt x="8275" y="1477"/>
                  </a:lnTo>
                  <a:lnTo>
                    <a:pt x="8263" y="1477"/>
                  </a:lnTo>
                  <a:cubicBezTo>
                    <a:pt x="7775" y="1168"/>
                    <a:pt x="7239" y="941"/>
                    <a:pt x="6668" y="822"/>
                  </a:cubicBezTo>
                  <a:cubicBezTo>
                    <a:pt x="6668" y="822"/>
                    <a:pt x="6656" y="822"/>
                    <a:pt x="6656" y="810"/>
                  </a:cubicBezTo>
                  <a:lnTo>
                    <a:pt x="6656" y="346"/>
                  </a:lnTo>
                  <a:cubicBezTo>
                    <a:pt x="6656" y="156"/>
                    <a:pt x="6513" y="1"/>
                    <a:pt x="6311"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6" name="Google Shape;286;g1a42daebaef_0_401"/>
            <p:cNvSpPr/>
            <p:nvPr/>
          </p:nvSpPr>
          <p:spPr>
            <a:xfrm>
              <a:off x="5837429" y="1583070"/>
              <a:ext cx="185713" cy="183613"/>
            </a:xfrm>
            <a:custGeom>
              <a:rect b="b" l="l" r="r" t="t"/>
              <a:pathLst>
                <a:path extrusionOk="0" h="5769" w="5835">
                  <a:moveTo>
                    <a:pt x="3566" y="1"/>
                  </a:moveTo>
                  <a:cubicBezTo>
                    <a:pt x="3505" y="1"/>
                    <a:pt x="3443" y="3"/>
                    <a:pt x="3381" y="6"/>
                  </a:cubicBezTo>
                  <a:cubicBezTo>
                    <a:pt x="2512" y="54"/>
                    <a:pt x="1703" y="411"/>
                    <a:pt x="1072" y="1030"/>
                  </a:cubicBezTo>
                  <a:cubicBezTo>
                    <a:pt x="464" y="1649"/>
                    <a:pt x="95" y="2459"/>
                    <a:pt x="48" y="3340"/>
                  </a:cubicBezTo>
                  <a:cubicBezTo>
                    <a:pt x="0" y="4209"/>
                    <a:pt x="286" y="5054"/>
                    <a:pt x="822" y="5709"/>
                  </a:cubicBezTo>
                  <a:cubicBezTo>
                    <a:pt x="845" y="5757"/>
                    <a:pt x="893" y="5769"/>
                    <a:pt x="953" y="5769"/>
                  </a:cubicBezTo>
                  <a:cubicBezTo>
                    <a:pt x="988" y="5769"/>
                    <a:pt x="1024" y="5745"/>
                    <a:pt x="1060" y="5733"/>
                  </a:cubicBezTo>
                  <a:cubicBezTo>
                    <a:pt x="1131" y="5673"/>
                    <a:pt x="1131" y="5566"/>
                    <a:pt x="1084" y="5495"/>
                  </a:cubicBezTo>
                  <a:cubicBezTo>
                    <a:pt x="595" y="4888"/>
                    <a:pt x="345" y="4126"/>
                    <a:pt x="393" y="3352"/>
                  </a:cubicBezTo>
                  <a:cubicBezTo>
                    <a:pt x="429" y="2566"/>
                    <a:pt x="762" y="1816"/>
                    <a:pt x="1310" y="1268"/>
                  </a:cubicBezTo>
                  <a:cubicBezTo>
                    <a:pt x="1857" y="720"/>
                    <a:pt x="2608" y="399"/>
                    <a:pt x="3393" y="351"/>
                  </a:cubicBezTo>
                  <a:cubicBezTo>
                    <a:pt x="3456" y="348"/>
                    <a:pt x="3518" y="346"/>
                    <a:pt x="3580" y="346"/>
                  </a:cubicBezTo>
                  <a:cubicBezTo>
                    <a:pt x="4291" y="346"/>
                    <a:pt x="4989" y="593"/>
                    <a:pt x="5536" y="1042"/>
                  </a:cubicBezTo>
                  <a:cubicBezTo>
                    <a:pt x="5567" y="1068"/>
                    <a:pt x="5605" y="1080"/>
                    <a:pt x="5642" y="1080"/>
                  </a:cubicBezTo>
                  <a:cubicBezTo>
                    <a:pt x="5692" y="1080"/>
                    <a:pt x="5741" y="1059"/>
                    <a:pt x="5775" y="1018"/>
                  </a:cubicBezTo>
                  <a:cubicBezTo>
                    <a:pt x="5834" y="947"/>
                    <a:pt x="5822" y="840"/>
                    <a:pt x="5751" y="780"/>
                  </a:cubicBezTo>
                  <a:cubicBezTo>
                    <a:pt x="5121" y="283"/>
                    <a:pt x="4358" y="1"/>
                    <a:pt x="3566"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7" name="Google Shape;287;g1a42daebaef_0_401"/>
            <p:cNvSpPr/>
            <p:nvPr/>
          </p:nvSpPr>
          <p:spPr>
            <a:xfrm>
              <a:off x="5876068" y="1616584"/>
              <a:ext cx="186859" cy="189501"/>
            </a:xfrm>
            <a:custGeom>
              <a:rect b="b" l="l" r="r" t="t"/>
              <a:pathLst>
                <a:path extrusionOk="0" h="5954" w="5871">
                  <a:moveTo>
                    <a:pt x="3406" y="322"/>
                  </a:moveTo>
                  <a:lnTo>
                    <a:pt x="3406" y="1013"/>
                  </a:lnTo>
                  <a:cubicBezTo>
                    <a:pt x="3406" y="1108"/>
                    <a:pt x="3370" y="1227"/>
                    <a:pt x="3322" y="1322"/>
                  </a:cubicBezTo>
                  <a:lnTo>
                    <a:pt x="3239" y="1489"/>
                  </a:lnTo>
                  <a:cubicBezTo>
                    <a:pt x="3227" y="1513"/>
                    <a:pt x="3227" y="1525"/>
                    <a:pt x="3227" y="1561"/>
                  </a:cubicBezTo>
                  <a:lnTo>
                    <a:pt x="3227" y="1918"/>
                  </a:lnTo>
                  <a:cubicBezTo>
                    <a:pt x="3227" y="2156"/>
                    <a:pt x="3132" y="2382"/>
                    <a:pt x="2953" y="2561"/>
                  </a:cubicBezTo>
                  <a:cubicBezTo>
                    <a:pt x="2775" y="2715"/>
                    <a:pt x="2548" y="2811"/>
                    <a:pt x="2310" y="2811"/>
                  </a:cubicBezTo>
                  <a:cubicBezTo>
                    <a:pt x="1834" y="2799"/>
                    <a:pt x="1453" y="2370"/>
                    <a:pt x="1453" y="1882"/>
                  </a:cubicBezTo>
                  <a:lnTo>
                    <a:pt x="1453" y="1572"/>
                  </a:lnTo>
                  <a:cubicBezTo>
                    <a:pt x="1453" y="1549"/>
                    <a:pt x="1453" y="1525"/>
                    <a:pt x="1441" y="1501"/>
                  </a:cubicBezTo>
                  <a:lnTo>
                    <a:pt x="1334" y="1287"/>
                  </a:lnTo>
                  <a:cubicBezTo>
                    <a:pt x="1298" y="1215"/>
                    <a:pt x="1274" y="1132"/>
                    <a:pt x="1274" y="1049"/>
                  </a:cubicBezTo>
                  <a:lnTo>
                    <a:pt x="1274" y="1037"/>
                  </a:lnTo>
                  <a:cubicBezTo>
                    <a:pt x="1274" y="644"/>
                    <a:pt x="1584" y="322"/>
                    <a:pt x="1989" y="322"/>
                  </a:cubicBezTo>
                  <a:close/>
                  <a:moveTo>
                    <a:pt x="1989" y="3073"/>
                  </a:moveTo>
                  <a:cubicBezTo>
                    <a:pt x="2084" y="3108"/>
                    <a:pt x="2191" y="3132"/>
                    <a:pt x="2310" y="3132"/>
                  </a:cubicBezTo>
                  <a:lnTo>
                    <a:pt x="2358" y="3132"/>
                  </a:lnTo>
                  <a:cubicBezTo>
                    <a:pt x="2477" y="3132"/>
                    <a:pt x="2608" y="3120"/>
                    <a:pt x="2715" y="3073"/>
                  </a:cubicBezTo>
                  <a:lnTo>
                    <a:pt x="2715" y="3073"/>
                  </a:lnTo>
                  <a:cubicBezTo>
                    <a:pt x="2703" y="3132"/>
                    <a:pt x="2715" y="3180"/>
                    <a:pt x="2727" y="3227"/>
                  </a:cubicBezTo>
                  <a:lnTo>
                    <a:pt x="2596" y="3358"/>
                  </a:lnTo>
                  <a:cubicBezTo>
                    <a:pt x="2525" y="3430"/>
                    <a:pt x="2429" y="3466"/>
                    <a:pt x="2346" y="3466"/>
                  </a:cubicBezTo>
                  <a:cubicBezTo>
                    <a:pt x="2251" y="3466"/>
                    <a:pt x="2144" y="3418"/>
                    <a:pt x="2084" y="3358"/>
                  </a:cubicBezTo>
                  <a:lnTo>
                    <a:pt x="1953" y="3227"/>
                  </a:lnTo>
                  <a:cubicBezTo>
                    <a:pt x="1965" y="3180"/>
                    <a:pt x="1989" y="3120"/>
                    <a:pt x="1989" y="3073"/>
                  </a:cubicBezTo>
                  <a:close/>
                  <a:moveTo>
                    <a:pt x="2953" y="3489"/>
                  </a:moveTo>
                  <a:cubicBezTo>
                    <a:pt x="3001" y="3525"/>
                    <a:pt x="3048" y="3537"/>
                    <a:pt x="3108" y="3549"/>
                  </a:cubicBezTo>
                  <a:lnTo>
                    <a:pt x="3703" y="3716"/>
                  </a:lnTo>
                  <a:cubicBezTo>
                    <a:pt x="3846" y="3763"/>
                    <a:pt x="3965" y="3906"/>
                    <a:pt x="3965" y="4061"/>
                  </a:cubicBezTo>
                  <a:lnTo>
                    <a:pt x="3965" y="5192"/>
                  </a:lnTo>
                  <a:lnTo>
                    <a:pt x="3941" y="5192"/>
                  </a:lnTo>
                  <a:cubicBezTo>
                    <a:pt x="3822" y="5263"/>
                    <a:pt x="3703" y="5323"/>
                    <a:pt x="3560" y="5371"/>
                  </a:cubicBezTo>
                  <a:lnTo>
                    <a:pt x="3560" y="4370"/>
                  </a:lnTo>
                  <a:cubicBezTo>
                    <a:pt x="3560" y="4287"/>
                    <a:pt x="3489" y="4204"/>
                    <a:pt x="3406" y="4204"/>
                  </a:cubicBezTo>
                  <a:cubicBezTo>
                    <a:pt x="3310" y="4204"/>
                    <a:pt x="3239" y="4287"/>
                    <a:pt x="3239" y="4370"/>
                  </a:cubicBezTo>
                  <a:lnTo>
                    <a:pt x="3239" y="5490"/>
                  </a:lnTo>
                  <a:cubicBezTo>
                    <a:pt x="3001" y="5561"/>
                    <a:pt x="2763" y="5597"/>
                    <a:pt x="2513" y="5609"/>
                  </a:cubicBezTo>
                  <a:lnTo>
                    <a:pt x="2346" y="5609"/>
                  </a:lnTo>
                  <a:cubicBezTo>
                    <a:pt x="2048" y="5609"/>
                    <a:pt x="1751" y="5561"/>
                    <a:pt x="1453" y="5478"/>
                  </a:cubicBezTo>
                  <a:lnTo>
                    <a:pt x="1453" y="4359"/>
                  </a:lnTo>
                  <a:cubicBezTo>
                    <a:pt x="1453" y="4263"/>
                    <a:pt x="1382" y="4192"/>
                    <a:pt x="1286" y="4192"/>
                  </a:cubicBezTo>
                  <a:cubicBezTo>
                    <a:pt x="1203" y="4192"/>
                    <a:pt x="1120" y="4263"/>
                    <a:pt x="1120" y="4359"/>
                  </a:cubicBezTo>
                  <a:lnTo>
                    <a:pt x="1120" y="5359"/>
                  </a:lnTo>
                  <a:cubicBezTo>
                    <a:pt x="989" y="5299"/>
                    <a:pt x="870" y="5240"/>
                    <a:pt x="751" y="5180"/>
                  </a:cubicBezTo>
                  <a:lnTo>
                    <a:pt x="751" y="4061"/>
                  </a:lnTo>
                  <a:cubicBezTo>
                    <a:pt x="751" y="3894"/>
                    <a:pt x="858" y="3763"/>
                    <a:pt x="1024" y="3716"/>
                  </a:cubicBezTo>
                  <a:lnTo>
                    <a:pt x="1620" y="3549"/>
                  </a:lnTo>
                  <a:cubicBezTo>
                    <a:pt x="1655" y="3537"/>
                    <a:pt x="1715" y="3513"/>
                    <a:pt x="1763" y="3489"/>
                  </a:cubicBezTo>
                  <a:lnTo>
                    <a:pt x="1870" y="3597"/>
                  </a:lnTo>
                  <a:cubicBezTo>
                    <a:pt x="2001" y="3727"/>
                    <a:pt x="2179" y="3811"/>
                    <a:pt x="2358" y="3811"/>
                  </a:cubicBezTo>
                  <a:cubicBezTo>
                    <a:pt x="2537" y="3811"/>
                    <a:pt x="2715" y="3727"/>
                    <a:pt x="2846" y="3597"/>
                  </a:cubicBezTo>
                  <a:lnTo>
                    <a:pt x="2953" y="3489"/>
                  </a:lnTo>
                  <a:close/>
                  <a:moveTo>
                    <a:pt x="1953" y="1"/>
                  </a:moveTo>
                  <a:cubicBezTo>
                    <a:pt x="1382" y="1"/>
                    <a:pt x="917" y="453"/>
                    <a:pt x="917" y="1037"/>
                  </a:cubicBezTo>
                  <a:lnTo>
                    <a:pt x="917" y="1049"/>
                  </a:lnTo>
                  <a:cubicBezTo>
                    <a:pt x="917" y="1191"/>
                    <a:pt x="941" y="1322"/>
                    <a:pt x="1001" y="1441"/>
                  </a:cubicBezTo>
                  <a:lnTo>
                    <a:pt x="1096" y="1608"/>
                  </a:lnTo>
                  <a:lnTo>
                    <a:pt x="1096" y="1870"/>
                  </a:lnTo>
                  <a:cubicBezTo>
                    <a:pt x="1096" y="2299"/>
                    <a:pt x="1298" y="2680"/>
                    <a:pt x="1620" y="2918"/>
                  </a:cubicBezTo>
                  <a:lnTo>
                    <a:pt x="1620" y="3061"/>
                  </a:lnTo>
                  <a:cubicBezTo>
                    <a:pt x="1620" y="3156"/>
                    <a:pt x="1548" y="3227"/>
                    <a:pt x="1477" y="3239"/>
                  </a:cubicBezTo>
                  <a:lnTo>
                    <a:pt x="882" y="3406"/>
                  </a:lnTo>
                  <a:cubicBezTo>
                    <a:pt x="584" y="3489"/>
                    <a:pt x="381" y="3763"/>
                    <a:pt x="381" y="4073"/>
                  </a:cubicBezTo>
                  <a:lnTo>
                    <a:pt x="381" y="4966"/>
                  </a:lnTo>
                  <a:cubicBezTo>
                    <a:pt x="346" y="4954"/>
                    <a:pt x="334" y="4918"/>
                    <a:pt x="298" y="4906"/>
                  </a:cubicBezTo>
                  <a:cubicBezTo>
                    <a:pt x="268" y="4881"/>
                    <a:pt x="232" y="4869"/>
                    <a:pt x="196" y="4869"/>
                  </a:cubicBezTo>
                  <a:cubicBezTo>
                    <a:pt x="146" y="4869"/>
                    <a:pt x="95" y="4893"/>
                    <a:pt x="60" y="4942"/>
                  </a:cubicBezTo>
                  <a:cubicBezTo>
                    <a:pt x="0" y="5013"/>
                    <a:pt x="24" y="5121"/>
                    <a:pt x="96" y="5180"/>
                  </a:cubicBezTo>
                  <a:cubicBezTo>
                    <a:pt x="727" y="5680"/>
                    <a:pt x="1501" y="5954"/>
                    <a:pt x="2298" y="5954"/>
                  </a:cubicBezTo>
                  <a:lnTo>
                    <a:pt x="2477" y="5954"/>
                  </a:lnTo>
                  <a:cubicBezTo>
                    <a:pt x="3334" y="5906"/>
                    <a:pt x="4156" y="5549"/>
                    <a:pt x="4787" y="4918"/>
                  </a:cubicBezTo>
                  <a:cubicBezTo>
                    <a:pt x="5394" y="4311"/>
                    <a:pt x="5763" y="3489"/>
                    <a:pt x="5811" y="2620"/>
                  </a:cubicBezTo>
                  <a:cubicBezTo>
                    <a:pt x="5870" y="1763"/>
                    <a:pt x="5596" y="918"/>
                    <a:pt x="5049" y="251"/>
                  </a:cubicBezTo>
                  <a:cubicBezTo>
                    <a:pt x="5014" y="209"/>
                    <a:pt x="4967" y="192"/>
                    <a:pt x="4917" y="192"/>
                  </a:cubicBezTo>
                  <a:cubicBezTo>
                    <a:pt x="4882" y="192"/>
                    <a:pt x="4845" y="200"/>
                    <a:pt x="4811" y="215"/>
                  </a:cubicBezTo>
                  <a:cubicBezTo>
                    <a:pt x="4739" y="275"/>
                    <a:pt x="4739" y="382"/>
                    <a:pt x="4787" y="453"/>
                  </a:cubicBezTo>
                  <a:cubicBezTo>
                    <a:pt x="5275" y="1072"/>
                    <a:pt x="5525" y="1822"/>
                    <a:pt x="5489" y="2596"/>
                  </a:cubicBezTo>
                  <a:cubicBezTo>
                    <a:pt x="5442" y="3394"/>
                    <a:pt x="5108" y="4132"/>
                    <a:pt x="4561" y="4680"/>
                  </a:cubicBezTo>
                  <a:cubicBezTo>
                    <a:pt x="4453" y="4787"/>
                    <a:pt x="4358" y="4882"/>
                    <a:pt x="4239" y="4966"/>
                  </a:cubicBezTo>
                  <a:lnTo>
                    <a:pt x="4239" y="4073"/>
                  </a:lnTo>
                  <a:cubicBezTo>
                    <a:pt x="4239" y="3763"/>
                    <a:pt x="4025" y="3489"/>
                    <a:pt x="3727" y="3406"/>
                  </a:cubicBezTo>
                  <a:lnTo>
                    <a:pt x="3132" y="3239"/>
                  </a:lnTo>
                  <a:cubicBezTo>
                    <a:pt x="3060" y="3216"/>
                    <a:pt x="3001" y="3144"/>
                    <a:pt x="3001" y="3061"/>
                  </a:cubicBezTo>
                  <a:lnTo>
                    <a:pt x="3001" y="2930"/>
                  </a:lnTo>
                  <a:cubicBezTo>
                    <a:pt x="3060" y="2882"/>
                    <a:pt x="3108" y="2858"/>
                    <a:pt x="3156" y="2799"/>
                  </a:cubicBezTo>
                  <a:cubicBezTo>
                    <a:pt x="3394" y="2561"/>
                    <a:pt x="3537" y="2263"/>
                    <a:pt x="3537" y="1918"/>
                  </a:cubicBezTo>
                  <a:lnTo>
                    <a:pt x="3537" y="1608"/>
                  </a:lnTo>
                  <a:lnTo>
                    <a:pt x="3596" y="1465"/>
                  </a:lnTo>
                  <a:cubicBezTo>
                    <a:pt x="3668" y="1322"/>
                    <a:pt x="3703" y="1168"/>
                    <a:pt x="3703" y="1013"/>
                  </a:cubicBezTo>
                  <a:lnTo>
                    <a:pt x="3703" y="156"/>
                  </a:lnTo>
                  <a:cubicBezTo>
                    <a:pt x="3703" y="72"/>
                    <a:pt x="3620" y="1"/>
                    <a:pt x="3537"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8" name="Google Shape;288;g1a42daebaef_0_401"/>
            <p:cNvSpPr/>
            <p:nvPr/>
          </p:nvSpPr>
          <p:spPr>
            <a:xfrm>
              <a:off x="5928360" y="1644624"/>
              <a:ext cx="45131" cy="16328"/>
            </a:xfrm>
            <a:custGeom>
              <a:rect b="b" l="l" r="r" t="t"/>
              <a:pathLst>
                <a:path extrusionOk="0" h="513" w="1418">
                  <a:moveTo>
                    <a:pt x="167" y="1"/>
                  </a:moveTo>
                  <a:cubicBezTo>
                    <a:pt x="72" y="1"/>
                    <a:pt x="1" y="84"/>
                    <a:pt x="1" y="168"/>
                  </a:cubicBezTo>
                  <a:cubicBezTo>
                    <a:pt x="1" y="263"/>
                    <a:pt x="72" y="334"/>
                    <a:pt x="167" y="334"/>
                  </a:cubicBezTo>
                  <a:cubicBezTo>
                    <a:pt x="346" y="334"/>
                    <a:pt x="882" y="370"/>
                    <a:pt x="1144" y="501"/>
                  </a:cubicBezTo>
                  <a:cubicBezTo>
                    <a:pt x="1179" y="513"/>
                    <a:pt x="1191" y="513"/>
                    <a:pt x="1227" y="513"/>
                  </a:cubicBezTo>
                  <a:cubicBezTo>
                    <a:pt x="1286" y="513"/>
                    <a:pt x="1346" y="489"/>
                    <a:pt x="1370" y="430"/>
                  </a:cubicBezTo>
                  <a:cubicBezTo>
                    <a:pt x="1417" y="334"/>
                    <a:pt x="1370" y="227"/>
                    <a:pt x="1298" y="203"/>
                  </a:cubicBezTo>
                  <a:cubicBezTo>
                    <a:pt x="905" y="1"/>
                    <a:pt x="191" y="1"/>
                    <a:pt x="167"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grpSp>
        <p:nvGrpSpPr>
          <p:cNvPr id="293" name="Google Shape;293;g1a42daebaef_0_534"/>
          <p:cNvGrpSpPr/>
          <p:nvPr/>
        </p:nvGrpSpPr>
        <p:grpSpPr>
          <a:xfrm>
            <a:off x="3741146" y="1567056"/>
            <a:ext cx="4709587" cy="3723788"/>
            <a:chOff x="2228055" y="1971102"/>
            <a:chExt cx="4575969" cy="3618138"/>
          </a:xfrm>
        </p:grpSpPr>
        <p:sp>
          <p:nvSpPr>
            <p:cNvPr id="294" name="Google Shape;294;g1a42daebaef_0_534"/>
            <p:cNvSpPr/>
            <p:nvPr/>
          </p:nvSpPr>
          <p:spPr>
            <a:xfrm>
              <a:off x="2228055" y="1971102"/>
              <a:ext cx="3243960" cy="3618138"/>
            </a:xfrm>
            <a:custGeom>
              <a:rect b="b" l="l" r="r" t="t"/>
              <a:pathLst>
                <a:path extrusionOk="0" h="3618138" w="3243960">
                  <a:moveTo>
                    <a:pt x="1764407" y="0"/>
                  </a:moveTo>
                  <a:lnTo>
                    <a:pt x="1913381" y="1203"/>
                  </a:lnTo>
                  <a:lnTo>
                    <a:pt x="2053042" y="12022"/>
                  </a:lnTo>
                  <a:lnTo>
                    <a:pt x="2185723" y="30056"/>
                  </a:lnTo>
                  <a:lnTo>
                    <a:pt x="2312583" y="56506"/>
                  </a:lnTo>
                  <a:lnTo>
                    <a:pt x="2433624" y="88967"/>
                  </a:lnTo>
                  <a:lnTo>
                    <a:pt x="2545354" y="131046"/>
                  </a:lnTo>
                  <a:lnTo>
                    <a:pt x="2653593" y="176731"/>
                  </a:lnTo>
                  <a:lnTo>
                    <a:pt x="2752521" y="230833"/>
                  </a:lnTo>
                  <a:lnTo>
                    <a:pt x="2763561" y="238103"/>
                  </a:lnTo>
                  <a:lnTo>
                    <a:pt x="2764776" y="236609"/>
                  </a:lnTo>
                  <a:cubicBezTo>
                    <a:pt x="3318761" y="687035"/>
                    <a:pt x="3404939" y="1500322"/>
                    <a:pt x="2957653" y="2056846"/>
                  </a:cubicBezTo>
                  <a:lnTo>
                    <a:pt x="2794867" y="1926012"/>
                  </a:lnTo>
                  <a:cubicBezTo>
                    <a:pt x="3170184" y="1459033"/>
                    <a:pt x="3097872" y="776605"/>
                    <a:pt x="2633024" y="398652"/>
                  </a:cubicBezTo>
                  <a:lnTo>
                    <a:pt x="2635535" y="395564"/>
                  </a:lnTo>
                  <a:cubicBezTo>
                    <a:pt x="2458856" y="294299"/>
                    <a:pt x="2250796" y="159602"/>
                    <a:pt x="1912553" y="162771"/>
                  </a:cubicBezTo>
                  <a:cubicBezTo>
                    <a:pt x="1018501" y="171149"/>
                    <a:pt x="651082" y="745769"/>
                    <a:pt x="651082" y="1464934"/>
                  </a:cubicBezTo>
                  <a:cubicBezTo>
                    <a:pt x="651082" y="2065638"/>
                    <a:pt x="1045124" y="2571338"/>
                    <a:pt x="1581345" y="2720212"/>
                  </a:cubicBezTo>
                  <a:cubicBezTo>
                    <a:pt x="2189761" y="2865156"/>
                    <a:pt x="2916596" y="3085457"/>
                    <a:pt x="3019039" y="3381117"/>
                  </a:cubicBezTo>
                  <a:lnTo>
                    <a:pt x="3030682" y="3420409"/>
                  </a:lnTo>
                  <a:lnTo>
                    <a:pt x="3049304" y="3486532"/>
                  </a:lnTo>
                  <a:lnTo>
                    <a:pt x="3067926" y="3553859"/>
                  </a:lnTo>
                  <a:lnTo>
                    <a:pt x="3088874" y="3615173"/>
                  </a:lnTo>
                  <a:lnTo>
                    <a:pt x="3090086" y="3618138"/>
                  </a:lnTo>
                  <a:lnTo>
                    <a:pt x="1487028" y="3618138"/>
                  </a:lnTo>
                  <a:lnTo>
                    <a:pt x="1482754" y="3594736"/>
                  </a:lnTo>
                  <a:lnTo>
                    <a:pt x="1471115" y="3529813"/>
                  </a:lnTo>
                  <a:lnTo>
                    <a:pt x="1458312" y="3466094"/>
                  </a:lnTo>
                  <a:lnTo>
                    <a:pt x="1443182" y="3404780"/>
                  </a:lnTo>
                  <a:lnTo>
                    <a:pt x="1428052" y="3345869"/>
                  </a:lnTo>
                  <a:lnTo>
                    <a:pt x="1409430" y="3294173"/>
                  </a:lnTo>
                  <a:lnTo>
                    <a:pt x="1389645" y="3249689"/>
                  </a:lnTo>
                  <a:lnTo>
                    <a:pt x="1368696" y="3214824"/>
                  </a:lnTo>
                  <a:lnTo>
                    <a:pt x="1345419" y="3193183"/>
                  </a:lnTo>
                  <a:lnTo>
                    <a:pt x="1319814" y="3182363"/>
                  </a:lnTo>
                  <a:lnTo>
                    <a:pt x="1290717" y="3177554"/>
                  </a:lnTo>
                  <a:lnTo>
                    <a:pt x="1256965" y="3179958"/>
                  </a:lnTo>
                  <a:lnTo>
                    <a:pt x="1223213" y="3184767"/>
                  </a:lnTo>
                  <a:lnTo>
                    <a:pt x="1191790" y="3193183"/>
                  </a:lnTo>
                  <a:lnTo>
                    <a:pt x="1161529" y="3201598"/>
                  </a:lnTo>
                  <a:lnTo>
                    <a:pt x="1133597" y="3210015"/>
                  </a:lnTo>
                  <a:lnTo>
                    <a:pt x="1112647" y="3217228"/>
                  </a:lnTo>
                  <a:lnTo>
                    <a:pt x="1062602" y="3234059"/>
                  </a:lnTo>
                  <a:lnTo>
                    <a:pt x="1005573" y="3249689"/>
                  </a:lnTo>
                  <a:lnTo>
                    <a:pt x="941560" y="3262914"/>
                  </a:lnTo>
                  <a:lnTo>
                    <a:pt x="874056" y="3271330"/>
                  </a:lnTo>
                  <a:lnTo>
                    <a:pt x="806552" y="3278543"/>
                  </a:lnTo>
                  <a:lnTo>
                    <a:pt x="737886" y="3280948"/>
                  </a:lnTo>
                  <a:lnTo>
                    <a:pt x="672709" y="3276139"/>
                  </a:lnTo>
                  <a:lnTo>
                    <a:pt x="611025" y="3265318"/>
                  </a:lnTo>
                  <a:lnTo>
                    <a:pt x="577273" y="3256902"/>
                  </a:lnTo>
                  <a:lnTo>
                    <a:pt x="543521" y="3241274"/>
                  </a:lnTo>
                  <a:lnTo>
                    <a:pt x="509769" y="3223240"/>
                  </a:lnTo>
                  <a:lnTo>
                    <a:pt x="480674" y="3201598"/>
                  </a:lnTo>
                  <a:lnTo>
                    <a:pt x="450413" y="3175149"/>
                  </a:lnTo>
                  <a:lnTo>
                    <a:pt x="427136" y="3147498"/>
                  </a:lnTo>
                  <a:lnTo>
                    <a:pt x="410841" y="3112633"/>
                  </a:lnTo>
                  <a:lnTo>
                    <a:pt x="398039" y="3072958"/>
                  </a:lnTo>
                  <a:lnTo>
                    <a:pt x="393384" y="3029676"/>
                  </a:lnTo>
                  <a:lnTo>
                    <a:pt x="398039" y="2981586"/>
                  </a:lnTo>
                  <a:lnTo>
                    <a:pt x="403859" y="2947924"/>
                  </a:lnTo>
                  <a:lnTo>
                    <a:pt x="412006" y="2910653"/>
                  </a:lnTo>
                  <a:lnTo>
                    <a:pt x="421316" y="2872182"/>
                  </a:lnTo>
                  <a:lnTo>
                    <a:pt x="424808" y="2834911"/>
                  </a:lnTo>
                  <a:lnTo>
                    <a:pt x="424808" y="2795237"/>
                  </a:lnTo>
                  <a:lnTo>
                    <a:pt x="414333" y="2760372"/>
                  </a:lnTo>
                  <a:lnTo>
                    <a:pt x="403859" y="2741136"/>
                  </a:lnTo>
                  <a:lnTo>
                    <a:pt x="385236" y="2723102"/>
                  </a:lnTo>
                  <a:lnTo>
                    <a:pt x="365452" y="2709877"/>
                  </a:lnTo>
                  <a:lnTo>
                    <a:pt x="344502" y="2699057"/>
                  </a:lnTo>
                  <a:lnTo>
                    <a:pt x="323552" y="2683427"/>
                  </a:lnTo>
                  <a:lnTo>
                    <a:pt x="307259" y="2666596"/>
                  </a:lnTo>
                  <a:lnTo>
                    <a:pt x="294455" y="2644956"/>
                  </a:lnTo>
                  <a:lnTo>
                    <a:pt x="289800" y="2620911"/>
                  </a:lnTo>
                  <a:lnTo>
                    <a:pt x="292128" y="2596866"/>
                  </a:lnTo>
                  <a:lnTo>
                    <a:pt x="300275" y="2574023"/>
                  </a:lnTo>
                  <a:lnTo>
                    <a:pt x="310750" y="2554786"/>
                  </a:lnTo>
                  <a:lnTo>
                    <a:pt x="317733" y="2535551"/>
                  </a:lnTo>
                  <a:lnTo>
                    <a:pt x="283982" y="2511505"/>
                  </a:lnTo>
                  <a:lnTo>
                    <a:pt x="260703" y="2487461"/>
                  </a:lnTo>
                  <a:lnTo>
                    <a:pt x="247901" y="2463416"/>
                  </a:lnTo>
                  <a:lnTo>
                    <a:pt x="245574" y="2436966"/>
                  </a:lnTo>
                  <a:lnTo>
                    <a:pt x="249066" y="2412922"/>
                  </a:lnTo>
                  <a:lnTo>
                    <a:pt x="258376" y="2386471"/>
                  </a:lnTo>
                  <a:lnTo>
                    <a:pt x="271178" y="2360023"/>
                  </a:lnTo>
                  <a:lnTo>
                    <a:pt x="285145" y="2333572"/>
                  </a:lnTo>
                  <a:lnTo>
                    <a:pt x="297948" y="2305921"/>
                  </a:lnTo>
                  <a:lnTo>
                    <a:pt x="310750" y="2279471"/>
                  </a:lnTo>
                  <a:lnTo>
                    <a:pt x="317733" y="2250617"/>
                  </a:lnTo>
                  <a:lnTo>
                    <a:pt x="294455" y="2228976"/>
                  </a:lnTo>
                  <a:lnTo>
                    <a:pt x="261868" y="2212145"/>
                  </a:lnTo>
                  <a:lnTo>
                    <a:pt x="225789" y="2196515"/>
                  </a:lnTo>
                  <a:lnTo>
                    <a:pt x="188545" y="2183290"/>
                  </a:lnTo>
                  <a:lnTo>
                    <a:pt x="150138" y="2170066"/>
                  </a:lnTo>
                  <a:lnTo>
                    <a:pt x="111731" y="2156841"/>
                  </a:lnTo>
                  <a:lnTo>
                    <a:pt x="75651" y="2141212"/>
                  </a:lnTo>
                  <a:lnTo>
                    <a:pt x="46554" y="2124381"/>
                  </a:lnTo>
                  <a:lnTo>
                    <a:pt x="20950" y="2100335"/>
                  </a:lnTo>
                  <a:lnTo>
                    <a:pt x="5820" y="2071482"/>
                  </a:lnTo>
                  <a:lnTo>
                    <a:pt x="0" y="2041425"/>
                  </a:lnTo>
                  <a:lnTo>
                    <a:pt x="4656" y="2012571"/>
                  </a:lnTo>
                  <a:lnTo>
                    <a:pt x="15130" y="1986122"/>
                  </a:lnTo>
                  <a:lnTo>
                    <a:pt x="31424" y="1964481"/>
                  </a:lnTo>
                  <a:lnTo>
                    <a:pt x="51209" y="1942841"/>
                  </a:lnTo>
                  <a:lnTo>
                    <a:pt x="69831" y="1924807"/>
                  </a:lnTo>
                  <a:lnTo>
                    <a:pt x="84961" y="1910380"/>
                  </a:lnTo>
                  <a:lnTo>
                    <a:pt x="129188" y="1857481"/>
                  </a:lnTo>
                  <a:lnTo>
                    <a:pt x="175742" y="1809391"/>
                  </a:lnTo>
                  <a:lnTo>
                    <a:pt x="222297" y="1761301"/>
                  </a:lnTo>
                  <a:lnTo>
                    <a:pt x="266523" y="1708402"/>
                  </a:lnTo>
                  <a:lnTo>
                    <a:pt x="308423" y="1656704"/>
                  </a:lnTo>
                  <a:lnTo>
                    <a:pt x="346829" y="1597795"/>
                  </a:lnTo>
                  <a:lnTo>
                    <a:pt x="378254" y="1534075"/>
                  </a:lnTo>
                  <a:lnTo>
                    <a:pt x="395711" y="1481176"/>
                  </a:lnTo>
                  <a:lnTo>
                    <a:pt x="401531" y="1429479"/>
                  </a:lnTo>
                  <a:lnTo>
                    <a:pt x="401531" y="1374175"/>
                  </a:lnTo>
                  <a:cubicBezTo>
                    <a:pt x="401143" y="1354538"/>
                    <a:pt x="400754" y="1334901"/>
                    <a:pt x="400367" y="1315264"/>
                  </a:cubicBezTo>
                  <a:lnTo>
                    <a:pt x="398039" y="1256355"/>
                  </a:lnTo>
                  <a:lnTo>
                    <a:pt x="400367" y="1192635"/>
                  </a:lnTo>
                  <a:lnTo>
                    <a:pt x="406186" y="1125309"/>
                  </a:lnTo>
                  <a:lnTo>
                    <a:pt x="471362" y="847589"/>
                  </a:lnTo>
                  <a:lnTo>
                    <a:pt x="512097" y="746600"/>
                  </a:lnTo>
                  <a:lnTo>
                    <a:pt x="560979" y="652824"/>
                  </a:lnTo>
                  <a:lnTo>
                    <a:pt x="618008" y="565059"/>
                  </a:lnTo>
                  <a:lnTo>
                    <a:pt x="683184" y="482103"/>
                  </a:lnTo>
                  <a:lnTo>
                    <a:pt x="755343" y="406361"/>
                  </a:lnTo>
                  <a:lnTo>
                    <a:pt x="833322" y="336631"/>
                  </a:lnTo>
                  <a:lnTo>
                    <a:pt x="918283" y="272912"/>
                  </a:lnTo>
                  <a:lnTo>
                    <a:pt x="1006736" y="216405"/>
                  </a:lnTo>
                  <a:lnTo>
                    <a:pt x="1102172" y="165911"/>
                  </a:lnTo>
                  <a:lnTo>
                    <a:pt x="1199936" y="123832"/>
                  </a:lnTo>
                  <a:lnTo>
                    <a:pt x="1298864" y="86563"/>
                  </a:lnTo>
                  <a:lnTo>
                    <a:pt x="1631727" y="1082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1"/>
                <a:buFont typeface="Arial"/>
                <a:buNone/>
              </a:pPr>
              <a:r>
                <a:t/>
              </a:r>
              <a:endParaRPr b="0" i="0" sz="2701" u="none" cap="none" strike="noStrike">
                <a:solidFill>
                  <a:schemeClr val="dk1"/>
                </a:solidFill>
                <a:latin typeface="Arial"/>
                <a:ea typeface="Arial"/>
                <a:cs typeface="Arial"/>
                <a:sym typeface="Arial"/>
              </a:endParaRPr>
            </a:p>
          </p:txBody>
        </p:sp>
        <p:grpSp>
          <p:nvGrpSpPr>
            <p:cNvPr id="295" name="Google Shape;295;g1a42daebaef_0_534"/>
            <p:cNvGrpSpPr/>
            <p:nvPr/>
          </p:nvGrpSpPr>
          <p:grpSpPr>
            <a:xfrm>
              <a:off x="4023554" y="4019367"/>
              <a:ext cx="1008000" cy="734913"/>
              <a:chOff x="3509379" y="4293096"/>
              <a:chExt cx="1008000" cy="734913"/>
            </a:xfrm>
          </p:grpSpPr>
          <p:sp>
            <p:nvSpPr>
              <p:cNvPr id="296" name="Google Shape;296;g1a42daebaef_0_534"/>
              <p:cNvSpPr/>
              <p:nvPr/>
            </p:nvSpPr>
            <p:spPr>
              <a:xfrm>
                <a:off x="3509379" y="4293096"/>
                <a:ext cx="1008000" cy="180000"/>
              </a:xfrm>
              <a:prstGeom prst="roundRect">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chemeClr val="lt1"/>
                  </a:solidFill>
                  <a:latin typeface="Arial"/>
                  <a:ea typeface="Arial"/>
                  <a:cs typeface="Arial"/>
                  <a:sym typeface="Arial"/>
                </a:endParaRPr>
              </a:p>
            </p:txBody>
          </p:sp>
          <p:sp>
            <p:nvSpPr>
              <p:cNvPr id="297" name="Google Shape;297;g1a42daebaef_0_534"/>
              <p:cNvSpPr/>
              <p:nvPr/>
            </p:nvSpPr>
            <p:spPr>
              <a:xfrm>
                <a:off x="3581435" y="4537695"/>
                <a:ext cx="864000" cy="180000"/>
              </a:xfrm>
              <a:prstGeom prst="roundRect">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chemeClr val="lt1"/>
                  </a:solidFill>
                  <a:latin typeface="Arial"/>
                  <a:ea typeface="Arial"/>
                  <a:cs typeface="Arial"/>
                  <a:sym typeface="Arial"/>
                </a:endParaRPr>
              </a:p>
            </p:txBody>
          </p:sp>
          <p:sp>
            <p:nvSpPr>
              <p:cNvPr id="298" name="Google Shape;298;g1a42daebaef_0_534"/>
              <p:cNvSpPr/>
              <p:nvPr/>
            </p:nvSpPr>
            <p:spPr>
              <a:xfrm>
                <a:off x="3766973" y="4535109"/>
                <a:ext cx="492900" cy="492900"/>
              </a:xfrm>
              <a:prstGeom prst="chord">
                <a:avLst>
                  <a:gd fmla="val 21471232" name="adj1"/>
                  <a:gd fmla="val 10878117" name="adj2"/>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chemeClr val="lt1"/>
                  </a:solidFill>
                  <a:latin typeface="Arial"/>
                  <a:ea typeface="Arial"/>
                  <a:cs typeface="Arial"/>
                  <a:sym typeface="Arial"/>
                </a:endParaRPr>
              </a:p>
            </p:txBody>
          </p:sp>
        </p:grpSp>
        <p:sp>
          <p:nvSpPr>
            <p:cNvPr id="299" name="Google Shape;299;g1a42daebaef_0_534"/>
            <p:cNvSpPr/>
            <p:nvPr/>
          </p:nvSpPr>
          <p:spPr>
            <a:xfrm flipH="1">
              <a:off x="3560064" y="1971102"/>
              <a:ext cx="3243960" cy="3618138"/>
            </a:xfrm>
            <a:custGeom>
              <a:rect b="b" l="l" r="r" t="t"/>
              <a:pathLst>
                <a:path extrusionOk="0" h="3618138" w="3243960">
                  <a:moveTo>
                    <a:pt x="1764407" y="0"/>
                  </a:moveTo>
                  <a:lnTo>
                    <a:pt x="1631727" y="10821"/>
                  </a:lnTo>
                  <a:lnTo>
                    <a:pt x="1298864" y="86563"/>
                  </a:lnTo>
                  <a:lnTo>
                    <a:pt x="1199936" y="123832"/>
                  </a:lnTo>
                  <a:lnTo>
                    <a:pt x="1102172" y="165911"/>
                  </a:lnTo>
                  <a:lnTo>
                    <a:pt x="1006736" y="216405"/>
                  </a:lnTo>
                  <a:lnTo>
                    <a:pt x="918283" y="272912"/>
                  </a:lnTo>
                  <a:lnTo>
                    <a:pt x="833322" y="336631"/>
                  </a:lnTo>
                  <a:lnTo>
                    <a:pt x="755343" y="406361"/>
                  </a:lnTo>
                  <a:lnTo>
                    <a:pt x="683184" y="482103"/>
                  </a:lnTo>
                  <a:lnTo>
                    <a:pt x="618008" y="565059"/>
                  </a:lnTo>
                  <a:lnTo>
                    <a:pt x="560979" y="652824"/>
                  </a:lnTo>
                  <a:lnTo>
                    <a:pt x="512097" y="746600"/>
                  </a:lnTo>
                  <a:lnTo>
                    <a:pt x="471362" y="847589"/>
                  </a:lnTo>
                  <a:lnTo>
                    <a:pt x="406186" y="1125309"/>
                  </a:lnTo>
                  <a:lnTo>
                    <a:pt x="400367" y="1192635"/>
                  </a:lnTo>
                  <a:lnTo>
                    <a:pt x="398039" y="1256355"/>
                  </a:lnTo>
                  <a:lnTo>
                    <a:pt x="400367" y="1315264"/>
                  </a:lnTo>
                  <a:cubicBezTo>
                    <a:pt x="400754" y="1334901"/>
                    <a:pt x="401143" y="1354538"/>
                    <a:pt x="401531" y="1374175"/>
                  </a:cubicBezTo>
                  <a:lnTo>
                    <a:pt x="401531" y="1429479"/>
                  </a:lnTo>
                  <a:lnTo>
                    <a:pt x="395711" y="1481176"/>
                  </a:lnTo>
                  <a:lnTo>
                    <a:pt x="378254" y="1534075"/>
                  </a:lnTo>
                  <a:lnTo>
                    <a:pt x="346829" y="1597795"/>
                  </a:lnTo>
                  <a:lnTo>
                    <a:pt x="308423" y="1656704"/>
                  </a:lnTo>
                  <a:lnTo>
                    <a:pt x="266523" y="1708402"/>
                  </a:lnTo>
                  <a:lnTo>
                    <a:pt x="222297" y="1761301"/>
                  </a:lnTo>
                  <a:lnTo>
                    <a:pt x="175742" y="1809391"/>
                  </a:lnTo>
                  <a:lnTo>
                    <a:pt x="129188" y="1857481"/>
                  </a:lnTo>
                  <a:lnTo>
                    <a:pt x="84961" y="1910380"/>
                  </a:lnTo>
                  <a:lnTo>
                    <a:pt x="69831" y="1924807"/>
                  </a:lnTo>
                  <a:lnTo>
                    <a:pt x="51209" y="1942841"/>
                  </a:lnTo>
                  <a:lnTo>
                    <a:pt x="31424" y="1964481"/>
                  </a:lnTo>
                  <a:lnTo>
                    <a:pt x="15130" y="1986122"/>
                  </a:lnTo>
                  <a:lnTo>
                    <a:pt x="4656" y="2012571"/>
                  </a:lnTo>
                  <a:lnTo>
                    <a:pt x="0" y="2041425"/>
                  </a:lnTo>
                  <a:lnTo>
                    <a:pt x="5820" y="2071482"/>
                  </a:lnTo>
                  <a:lnTo>
                    <a:pt x="20950" y="2100335"/>
                  </a:lnTo>
                  <a:lnTo>
                    <a:pt x="46554" y="2124381"/>
                  </a:lnTo>
                  <a:lnTo>
                    <a:pt x="75651" y="2141212"/>
                  </a:lnTo>
                  <a:lnTo>
                    <a:pt x="111731" y="2156841"/>
                  </a:lnTo>
                  <a:lnTo>
                    <a:pt x="150138" y="2170066"/>
                  </a:lnTo>
                  <a:lnTo>
                    <a:pt x="188545" y="2183290"/>
                  </a:lnTo>
                  <a:lnTo>
                    <a:pt x="225789" y="2196515"/>
                  </a:lnTo>
                  <a:lnTo>
                    <a:pt x="261868" y="2212145"/>
                  </a:lnTo>
                  <a:lnTo>
                    <a:pt x="294455" y="2228976"/>
                  </a:lnTo>
                  <a:lnTo>
                    <a:pt x="317733" y="2250617"/>
                  </a:lnTo>
                  <a:lnTo>
                    <a:pt x="310750" y="2279471"/>
                  </a:lnTo>
                  <a:lnTo>
                    <a:pt x="297948" y="2305921"/>
                  </a:lnTo>
                  <a:lnTo>
                    <a:pt x="285145" y="2333572"/>
                  </a:lnTo>
                  <a:lnTo>
                    <a:pt x="271178" y="2360023"/>
                  </a:lnTo>
                  <a:lnTo>
                    <a:pt x="258376" y="2386471"/>
                  </a:lnTo>
                  <a:lnTo>
                    <a:pt x="249066" y="2412922"/>
                  </a:lnTo>
                  <a:lnTo>
                    <a:pt x="245574" y="2436966"/>
                  </a:lnTo>
                  <a:lnTo>
                    <a:pt x="247901" y="2463416"/>
                  </a:lnTo>
                  <a:lnTo>
                    <a:pt x="260703" y="2487461"/>
                  </a:lnTo>
                  <a:lnTo>
                    <a:pt x="283982" y="2511505"/>
                  </a:lnTo>
                  <a:lnTo>
                    <a:pt x="317733" y="2535551"/>
                  </a:lnTo>
                  <a:lnTo>
                    <a:pt x="310750" y="2554786"/>
                  </a:lnTo>
                  <a:lnTo>
                    <a:pt x="300275" y="2574023"/>
                  </a:lnTo>
                  <a:lnTo>
                    <a:pt x="292128" y="2596866"/>
                  </a:lnTo>
                  <a:lnTo>
                    <a:pt x="289800" y="2620911"/>
                  </a:lnTo>
                  <a:lnTo>
                    <a:pt x="294455" y="2644956"/>
                  </a:lnTo>
                  <a:lnTo>
                    <a:pt x="307259" y="2666596"/>
                  </a:lnTo>
                  <a:lnTo>
                    <a:pt x="323552" y="2683427"/>
                  </a:lnTo>
                  <a:lnTo>
                    <a:pt x="344502" y="2699057"/>
                  </a:lnTo>
                  <a:lnTo>
                    <a:pt x="365452" y="2709877"/>
                  </a:lnTo>
                  <a:lnTo>
                    <a:pt x="385236" y="2723102"/>
                  </a:lnTo>
                  <a:lnTo>
                    <a:pt x="403859" y="2741136"/>
                  </a:lnTo>
                  <a:lnTo>
                    <a:pt x="414333" y="2760372"/>
                  </a:lnTo>
                  <a:lnTo>
                    <a:pt x="424808" y="2795237"/>
                  </a:lnTo>
                  <a:lnTo>
                    <a:pt x="424808" y="2834911"/>
                  </a:lnTo>
                  <a:lnTo>
                    <a:pt x="421316" y="2872182"/>
                  </a:lnTo>
                  <a:lnTo>
                    <a:pt x="412006" y="2910653"/>
                  </a:lnTo>
                  <a:lnTo>
                    <a:pt x="403859" y="2947924"/>
                  </a:lnTo>
                  <a:lnTo>
                    <a:pt x="398039" y="2981586"/>
                  </a:lnTo>
                  <a:lnTo>
                    <a:pt x="393384" y="3029676"/>
                  </a:lnTo>
                  <a:lnTo>
                    <a:pt x="398039" y="3072958"/>
                  </a:lnTo>
                  <a:lnTo>
                    <a:pt x="410841" y="3112633"/>
                  </a:lnTo>
                  <a:lnTo>
                    <a:pt x="427136" y="3147498"/>
                  </a:lnTo>
                  <a:lnTo>
                    <a:pt x="450413" y="3175149"/>
                  </a:lnTo>
                  <a:lnTo>
                    <a:pt x="480674" y="3201598"/>
                  </a:lnTo>
                  <a:lnTo>
                    <a:pt x="509769" y="3223240"/>
                  </a:lnTo>
                  <a:lnTo>
                    <a:pt x="543521" y="3241274"/>
                  </a:lnTo>
                  <a:lnTo>
                    <a:pt x="577273" y="3256902"/>
                  </a:lnTo>
                  <a:lnTo>
                    <a:pt x="611025" y="3265318"/>
                  </a:lnTo>
                  <a:lnTo>
                    <a:pt x="672709" y="3276139"/>
                  </a:lnTo>
                  <a:lnTo>
                    <a:pt x="737886" y="3280948"/>
                  </a:lnTo>
                  <a:lnTo>
                    <a:pt x="806552" y="3278543"/>
                  </a:lnTo>
                  <a:lnTo>
                    <a:pt x="874056" y="3271330"/>
                  </a:lnTo>
                  <a:lnTo>
                    <a:pt x="941560" y="3262914"/>
                  </a:lnTo>
                  <a:lnTo>
                    <a:pt x="1005573" y="3249689"/>
                  </a:lnTo>
                  <a:lnTo>
                    <a:pt x="1062602" y="3234059"/>
                  </a:lnTo>
                  <a:lnTo>
                    <a:pt x="1112647" y="3217228"/>
                  </a:lnTo>
                  <a:lnTo>
                    <a:pt x="1133597" y="3210015"/>
                  </a:lnTo>
                  <a:lnTo>
                    <a:pt x="1161529" y="3201598"/>
                  </a:lnTo>
                  <a:lnTo>
                    <a:pt x="1191790" y="3193183"/>
                  </a:lnTo>
                  <a:lnTo>
                    <a:pt x="1223213" y="3184767"/>
                  </a:lnTo>
                  <a:lnTo>
                    <a:pt x="1256965" y="3179958"/>
                  </a:lnTo>
                  <a:lnTo>
                    <a:pt x="1290717" y="3177554"/>
                  </a:lnTo>
                  <a:lnTo>
                    <a:pt x="1319814" y="3182363"/>
                  </a:lnTo>
                  <a:lnTo>
                    <a:pt x="1345419" y="3193183"/>
                  </a:lnTo>
                  <a:lnTo>
                    <a:pt x="1368696" y="3214824"/>
                  </a:lnTo>
                  <a:lnTo>
                    <a:pt x="1389645" y="3249689"/>
                  </a:lnTo>
                  <a:lnTo>
                    <a:pt x="1409430" y="3294173"/>
                  </a:lnTo>
                  <a:lnTo>
                    <a:pt x="1428052" y="3345869"/>
                  </a:lnTo>
                  <a:lnTo>
                    <a:pt x="1443182" y="3404780"/>
                  </a:lnTo>
                  <a:lnTo>
                    <a:pt x="1458312" y="3466094"/>
                  </a:lnTo>
                  <a:lnTo>
                    <a:pt x="1471115" y="3529813"/>
                  </a:lnTo>
                  <a:lnTo>
                    <a:pt x="1482754" y="3594736"/>
                  </a:lnTo>
                  <a:lnTo>
                    <a:pt x="1487029" y="3618138"/>
                  </a:lnTo>
                  <a:lnTo>
                    <a:pt x="3090086" y="3618138"/>
                  </a:lnTo>
                  <a:lnTo>
                    <a:pt x="3088874" y="3615173"/>
                  </a:lnTo>
                  <a:lnTo>
                    <a:pt x="3067926" y="3553859"/>
                  </a:lnTo>
                  <a:lnTo>
                    <a:pt x="3049304" y="3486532"/>
                  </a:lnTo>
                  <a:lnTo>
                    <a:pt x="3030682" y="3420409"/>
                  </a:lnTo>
                  <a:lnTo>
                    <a:pt x="3019039" y="3381117"/>
                  </a:lnTo>
                  <a:cubicBezTo>
                    <a:pt x="2916596" y="3085457"/>
                    <a:pt x="2189761" y="2865156"/>
                    <a:pt x="1581345" y="2720212"/>
                  </a:cubicBezTo>
                  <a:cubicBezTo>
                    <a:pt x="1045124" y="2571338"/>
                    <a:pt x="651082" y="2065638"/>
                    <a:pt x="651082" y="1464934"/>
                  </a:cubicBezTo>
                  <a:cubicBezTo>
                    <a:pt x="651082" y="745769"/>
                    <a:pt x="1018501" y="171149"/>
                    <a:pt x="1912553" y="162771"/>
                  </a:cubicBezTo>
                  <a:cubicBezTo>
                    <a:pt x="2250796" y="159602"/>
                    <a:pt x="2458856" y="294299"/>
                    <a:pt x="2635535" y="395564"/>
                  </a:cubicBezTo>
                  <a:lnTo>
                    <a:pt x="2633024" y="398652"/>
                  </a:lnTo>
                  <a:cubicBezTo>
                    <a:pt x="3097872" y="776605"/>
                    <a:pt x="3170184" y="1459033"/>
                    <a:pt x="2794867" y="1926012"/>
                  </a:cubicBezTo>
                  <a:lnTo>
                    <a:pt x="2957653" y="2056846"/>
                  </a:lnTo>
                  <a:cubicBezTo>
                    <a:pt x="3404939" y="1500322"/>
                    <a:pt x="3318761" y="687035"/>
                    <a:pt x="2764776" y="236609"/>
                  </a:cubicBezTo>
                  <a:lnTo>
                    <a:pt x="2763561" y="238103"/>
                  </a:lnTo>
                  <a:lnTo>
                    <a:pt x="2752521" y="230833"/>
                  </a:lnTo>
                  <a:lnTo>
                    <a:pt x="2653593" y="176731"/>
                  </a:lnTo>
                  <a:lnTo>
                    <a:pt x="2545354" y="131046"/>
                  </a:lnTo>
                  <a:lnTo>
                    <a:pt x="2433624" y="88967"/>
                  </a:lnTo>
                  <a:lnTo>
                    <a:pt x="2312583" y="56506"/>
                  </a:lnTo>
                  <a:lnTo>
                    <a:pt x="2185723" y="30056"/>
                  </a:lnTo>
                  <a:lnTo>
                    <a:pt x="2053042" y="12022"/>
                  </a:lnTo>
                  <a:lnTo>
                    <a:pt x="1913381" y="1203"/>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1"/>
                <a:buFont typeface="Arial"/>
                <a:buNone/>
              </a:pPr>
              <a:r>
                <a:t/>
              </a:r>
              <a:endParaRPr b="0" i="0" sz="2701" u="none" cap="none" strike="noStrike">
                <a:solidFill>
                  <a:schemeClr val="dk1"/>
                </a:solidFill>
                <a:latin typeface="Arial"/>
                <a:ea typeface="Arial"/>
                <a:cs typeface="Arial"/>
                <a:sym typeface="Arial"/>
              </a:endParaRPr>
            </a:p>
          </p:txBody>
        </p:sp>
      </p:grpSp>
      <p:grpSp>
        <p:nvGrpSpPr>
          <p:cNvPr id="300" name="Google Shape;300;g1a42daebaef_0_534"/>
          <p:cNvGrpSpPr/>
          <p:nvPr/>
        </p:nvGrpSpPr>
        <p:grpSpPr>
          <a:xfrm>
            <a:off x="8743960" y="2084376"/>
            <a:ext cx="2658315" cy="1051750"/>
            <a:chOff x="-475010" y="1106937"/>
            <a:chExt cx="4248546" cy="647789"/>
          </a:xfrm>
        </p:grpSpPr>
        <p:sp>
          <p:nvSpPr>
            <p:cNvPr id="301" name="Google Shape;301;g1a42daebaef_0_534"/>
            <p:cNvSpPr txBox="1"/>
            <p:nvPr/>
          </p:nvSpPr>
          <p:spPr>
            <a:xfrm>
              <a:off x="-475010" y="1106937"/>
              <a:ext cx="4241700" cy="322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ru-KZ" sz="1400" u="none" cap="none" strike="noStrike">
                  <a:solidFill>
                    <a:srgbClr val="262626"/>
                  </a:solidFill>
                  <a:latin typeface="Quattrocento Sans"/>
                  <a:ea typeface="Quattrocento Sans"/>
                  <a:cs typeface="Quattrocento Sans"/>
                  <a:sym typeface="Quattrocento Sans"/>
                </a:rPr>
                <a:t>Generating a knowledge base for an autonomous robot</a:t>
              </a:r>
              <a:endParaRPr b="1" i="0" sz="1400" u="none" cap="none" strike="noStrike">
                <a:solidFill>
                  <a:srgbClr val="262626"/>
                </a:solidFill>
                <a:latin typeface="Quattrocento Sans"/>
                <a:ea typeface="Quattrocento Sans"/>
                <a:cs typeface="Quattrocento Sans"/>
                <a:sym typeface="Quattrocento Sans"/>
              </a:endParaRPr>
            </a:p>
          </p:txBody>
        </p:sp>
        <p:sp>
          <p:nvSpPr>
            <p:cNvPr id="302" name="Google Shape;302;g1a42daebaef_0_534"/>
            <p:cNvSpPr txBox="1"/>
            <p:nvPr/>
          </p:nvSpPr>
          <p:spPr>
            <a:xfrm>
              <a:off x="-452864" y="1470326"/>
              <a:ext cx="4226400" cy="284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ru-KZ" sz="1200" u="none" cap="none" strike="noStrike">
                  <a:solidFill>
                    <a:srgbClr val="262626"/>
                  </a:solidFill>
                  <a:latin typeface="Quattrocento Sans"/>
                  <a:ea typeface="Quattrocento Sans"/>
                  <a:cs typeface="Quattrocento Sans"/>
                  <a:sym typeface="Quattrocento Sans"/>
                </a:rPr>
                <a:t>chat robot based on semantics and ASR modules</a:t>
              </a:r>
              <a:endParaRPr b="0" i="0" sz="1400" u="none" cap="none" strike="noStrike">
                <a:solidFill>
                  <a:srgbClr val="000000"/>
                </a:solidFill>
                <a:latin typeface="Arial"/>
                <a:ea typeface="Arial"/>
                <a:cs typeface="Arial"/>
                <a:sym typeface="Arial"/>
              </a:endParaRPr>
            </a:p>
          </p:txBody>
        </p:sp>
      </p:grpSp>
      <p:sp>
        <p:nvSpPr>
          <p:cNvPr id="303" name="Google Shape;303;g1a42daebaef_0_534"/>
          <p:cNvSpPr/>
          <p:nvPr/>
        </p:nvSpPr>
        <p:spPr>
          <a:xfrm>
            <a:off x="9761526" y="1293241"/>
            <a:ext cx="622200" cy="622200"/>
          </a:xfrm>
          <a:prstGeom prst="roundRect">
            <a:avLst>
              <a:gd fmla="val 16667" name="adj"/>
            </a:avLst>
          </a:prstGeom>
          <a:noFill/>
          <a:ln cap="flat" cmpd="sng" w="254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rgbClr val="262626"/>
              </a:solidFill>
              <a:latin typeface="Arial"/>
              <a:ea typeface="Arial"/>
              <a:cs typeface="Arial"/>
              <a:sym typeface="Arial"/>
            </a:endParaRPr>
          </a:p>
        </p:txBody>
      </p:sp>
      <p:sp>
        <p:nvSpPr>
          <p:cNvPr id="304" name="Google Shape;304;g1a42daebaef_0_534"/>
          <p:cNvSpPr/>
          <p:nvPr/>
        </p:nvSpPr>
        <p:spPr>
          <a:xfrm>
            <a:off x="9929917" y="1479975"/>
            <a:ext cx="287100" cy="206822"/>
          </a:xfrm>
          <a:custGeom>
            <a:rect b="b" l="l" r="r" t="t"/>
            <a:pathLst>
              <a:path extrusionOk="0" h="3064028" w="3960000">
                <a:moveTo>
                  <a:pt x="1955333" y="1285185"/>
                </a:moveTo>
                <a:cubicBezTo>
                  <a:pt x="2192176" y="1285185"/>
                  <a:pt x="2384176" y="1477185"/>
                  <a:pt x="2384176" y="1714028"/>
                </a:cubicBezTo>
                <a:cubicBezTo>
                  <a:pt x="2384176" y="1950871"/>
                  <a:pt x="2192176" y="2142871"/>
                  <a:pt x="1955333" y="2142871"/>
                </a:cubicBezTo>
                <a:cubicBezTo>
                  <a:pt x="1718490" y="2142871"/>
                  <a:pt x="1526490" y="1950871"/>
                  <a:pt x="1526490" y="1714028"/>
                </a:cubicBezTo>
                <a:cubicBezTo>
                  <a:pt x="1526490" y="1477185"/>
                  <a:pt x="1718490" y="1285185"/>
                  <a:pt x="1955333" y="1285185"/>
                </a:cubicBezTo>
                <a:close/>
                <a:moveTo>
                  <a:pt x="1955333" y="1074136"/>
                </a:moveTo>
                <a:cubicBezTo>
                  <a:pt x="1601930" y="1074136"/>
                  <a:pt x="1315441" y="1360625"/>
                  <a:pt x="1315441" y="1714028"/>
                </a:cubicBezTo>
                <a:cubicBezTo>
                  <a:pt x="1315441" y="2067431"/>
                  <a:pt x="1601930" y="2353920"/>
                  <a:pt x="1955333" y="2353920"/>
                </a:cubicBezTo>
                <a:cubicBezTo>
                  <a:pt x="2308736" y="2353920"/>
                  <a:pt x="2595225" y="2067431"/>
                  <a:pt x="2595225" y="1714028"/>
                </a:cubicBezTo>
                <a:cubicBezTo>
                  <a:pt x="2595225" y="1360625"/>
                  <a:pt x="2308736" y="1074136"/>
                  <a:pt x="1955333" y="1074136"/>
                </a:cubicBezTo>
                <a:close/>
                <a:moveTo>
                  <a:pt x="1955333" y="849503"/>
                </a:moveTo>
                <a:cubicBezTo>
                  <a:pt x="2432797" y="849503"/>
                  <a:pt x="2819858" y="1236564"/>
                  <a:pt x="2819858" y="1714028"/>
                </a:cubicBezTo>
                <a:cubicBezTo>
                  <a:pt x="2819858" y="2191492"/>
                  <a:pt x="2432797" y="2578553"/>
                  <a:pt x="1955333" y="2578553"/>
                </a:cubicBezTo>
                <a:cubicBezTo>
                  <a:pt x="1477869" y="2578553"/>
                  <a:pt x="1090808" y="2191492"/>
                  <a:pt x="1090808" y="1714028"/>
                </a:cubicBezTo>
                <a:cubicBezTo>
                  <a:pt x="1090808" y="1236564"/>
                  <a:pt x="1477869" y="849503"/>
                  <a:pt x="1955333" y="849503"/>
                </a:cubicBezTo>
                <a:close/>
                <a:moveTo>
                  <a:pt x="3253503" y="756254"/>
                </a:moveTo>
                <a:cubicBezTo>
                  <a:pt x="3162525" y="756254"/>
                  <a:pt x="3088773" y="830006"/>
                  <a:pt x="3088773" y="920984"/>
                </a:cubicBezTo>
                <a:cubicBezTo>
                  <a:pt x="3088773" y="1011962"/>
                  <a:pt x="3162525" y="1085714"/>
                  <a:pt x="3253503" y="1085714"/>
                </a:cubicBezTo>
                <a:cubicBezTo>
                  <a:pt x="3344481" y="1085714"/>
                  <a:pt x="3418233" y="1011962"/>
                  <a:pt x="3418233" y="920984"/>
                </a:cubicBezTo>
                <a:cubicBezTo>
                  <a:pt x="3418233" y="830006"/>
                  <a:pt x="3344481" y="756254"/>
                  <a:pt x="3253503" y="756254"/>
                </a:cubicBezTo>
                <a:close/>
                <a:moveTo>
                  <a:pt x="1955333" y="744677"/>
                </a:moveTo>
                <a:cubicBezTo>
                  <a:pt x="1419975" y="744677"/>
                  <a:pt x="985982" y="1178670"/>
                  <a:pt x="985982" y="1714028"/>
                </a:cubicBezTo>
                <a:cubicBezTo>
                  <a:pt x="985982" y="2249386"/>
                  <a:pt x="1419975" y="2683379"/>
                  <a:pt x="1955333" y="2683379"/>
                </a:cubicBezTo>
                <a:cubicBezTo>
                  <a:pt x="2490691" y="2683379"/>
                  <a:pt x="2924684" y="2249386"/>
                  <a:pt x="2924684" y="1714028"/>
                </a:cubicBezTo>
                <a:cubicBezTo>
                  <a:pt x="2924684" y="1178670"/>
                  <a:pt x="2490691" y="744677"/>
                  <a:pt x="1955333" y="744677"/>
                </a:cubicBezTo>
                <a:close/>
                <a:moveTo>
                  <a:pt x="1333922" y="0"/>
                </a:moveTo>
                <a:lnTo>
                  <a:pt x="2626078" y="0"/>
                </a:lnTo>
                <a:lnTo>
                  <a:pt x="2717085" y="364028"/>
                </a:lnTo>
                <a:lnTo>
                  <a:pt x="3699990" y="364028"/>
                </a:lnTo>
                <a:cubicBezTo>
                  <a:pt x="3843590" y="364028"/>
                  <a:pt x="3960000" y="480438"/>
                  <a:pt x="3960000" y="624038"/>
                </a:cubicBezTo>
                <a:lnTo>
                  <a:pt x="3960000" y="2804018"/>
                </a:lnTo>
                <a:cubicBezTo>
                  <a:pt x="3960000" y="2947618"/>
                  <a:pt x="3843590" y="3064028"/>
                  <a:pt x="3699990" y="3064028"/>
                </a:cubicBezTo>
                <a:lnTo>
                  <a:pt x="260010" y="3064028"/>
                </a:lnTo>
                <a:cubicBezTo>
                  <a:pt x="116410" y="3064028"/>
                  <a:pt x="0" y="2947618"/>
                  <a:pt x="0" y="2804018"/>
                </a:cubicBezTo>
                <a:lnTo>
                  <a:pt x="0" y="624038"/>
                </a:lnTo>
                <a:cubicBezTo>
                  <a:pt x="0" y="480438"/>
                  <a:pt x="116410" y="364028"/>
                  <a:pt x="260010" y="364028"/>
                </a:cubicBezTo>
                <a:lnTo>
                  <a:pt x="443165" y="364028"/>
                </a:lnTo>
                <a:lnTo>
                  <a:pt x="443165" y="237982"/>
                </a:lnTo>
                <a:cubicBezTo>
                  <a:pt x="443165" y="195266"/>
                  <a:pt x="477794" y="160637"/>
                  <a:pt x="520510" y="160637"/>
                </a:cubicBezTo>
                <a:lnTo>
                  <a:pt x="1049896" y="160637"/>
                </a:lnTo>
                <a:cubicBezTo>
                  <a:pt x="1092612" y="160637"/>
                  <a:pt x="1127241" y="195266"/>
                  <a:pt x="1127241" y="237982"/>
                </a:cubicBezTo>
                <a:lnTo>
                  <a:pt x="1127241" y="364028"/>
                </a:lnTo>
                <a:lnTo>
                  <a:pt x="1242915" y="364028"/>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rgbClr val="262626"/>
              </a:solidFill>
              <a:latin typeface="Arial"/>
              <a:ea typeface="Arial"/>
              <a:cs typeface="Arial"/>
              <a:sym typeface="Arial"/>
            </a:endParaRPr>
          </a:p>
        </p:txBody>
      </p:sp>
      <p:grpSp>
        <p:nvGrpSpPr>
          <p:cNvPr id="305" name="Google Shape;305;g1a42daebaef_0_534"/>
          <p:cNvGrpSpPr/>
          <p:nvPr/>
        </p:nvGrpSpPr>
        <p:grpSpPr>
          <a:xfrm>
            <a:off x="8743960" y="4490587"/>
            <a:ext cx="2654032" cy="1056548"/>
            <a:chOff x="-475010" y="1114178"/>
            <a:chExt cx="4241700" cy="1056548"/>
          </a:xfrm>
        </p:grpSpPr>
        <p:sp>
          <p:nvSpPr>
            <p:cNvPr id="306" name="Google Shape;306;g1a42daebaef_0_534"/>
            <p:cNvSpPr txBox="1"/>
            <p:nvPr/>
          </p:nvSpPr>
          <p:spPr>
            <a:xfrm>
              <a:off x="-475010" y="1114178"/>
              <a:ext cx="4241700" cy="3078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ru-KZ" sz="1400" u="none" cap="none" strike="noStrike">
                  <a:solidFill>
                    <a:srgbClr val="262626"/>
                  </a:solidFill>
                  <a:latin typeface="Quattrocento Sans"/>
                  <a:ea typeface="Quattrocento Sans"/>
                  <a:cs typeface="Quattrocento Sans"/>
                  <a:sym typeface="Quattrocento Sans"/>
                </a:rPr>
                <a:t>Evaluation</a:t>
              </a:r>
              <a:endParaRPr b="1" i="0" sz="1400" u="none" cap="none" strike="noStrike">
                <a:solidFill>
                  <a:srgbClr val="262626"/>
                </a:solidFill>
                <a:latin typeface="Quattrocento Sans"/>
                <a:ea typeface="Quattrocento Sans"/>
                <a:cs typeface="Quattrocento Sans"/>
                <a:sym typeface="Quattrocento Sans"/>
              </a:endParaRPr>
            </a:p>
          </p:txBody>
        </p:sp>
        <p:sp>
          <p:nvSpPr>
            <p:cNvPr id="307" name="Google Shape;307;g1a42daebaef_0_534"/>
            <p:cNvSpPr txBox="1"/>
            <p:nvPr/>
          </p:nvSpPr>
          <p:spPr>
            <a:xfrm>
              <a:off x="-475010" y="1339726"/>
              <a:ext cx="42264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ru-KZ" sz="1200" u="none" cap="none" strike="noStrike">
                  <a:solidFill>
                    <a:srgbClr val="262626"/>
                  </a:solidFill>
                  <a:latin typeface="Quattrocento Sans"/>
                  <a:ea typeface="Quattrocento Sans"/>
                  <a:cs typeface="Quattrocento Sans"/>
                  <a:sym typeface="Quattrocento Sans"/>
                </a:rPr>
                <a:t>Precision</a:t>
              </a:r>
              <a:endParaRPr b="0" i="0" sz="1200" u="none" cap="none" strike="noStrike">
                <a:solidFill>
                  <a:srgbClr val="262626"/>
                </a:solidFill>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rgbClr val="000000"/>
                </a:buClr>
                <a:buSzPts val="1200"/>
                <a:buFont typeface="Arial"/>
                <a:buNone/>
              </a:pPr>
              <a:r>
                <a:rPr b="0" i="0" lang="ru-KZ" sz="1200" u="none" cap="none" strike="noStrike">
                  <a:solidFill>
                    <a:srgbClr val="262626"/>
                  </a:solidFill>
                  <a:latin typeface="Quattrocento Sans"/>
                  <a:ea typeface="Quattrocento Sans"/>
                  <a:cs typeface="Quattrocento Sans"/>
                  <a:sym typeface="Quattrocento Sans"/>
                </a:rPr>
                <a:t>Recall</a:t>
              </a:r>
              <a:endParaRPr b="0" i="0" sz="1200" u="none" cap="none" strike="noStrike">
                <a:solidFill>
                  <a:srgbClr val="262626"/>
                </a:solidFill>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rgbClr val="000000"/>
                </a:buClr>
                <a:buSzPts val="1200"/>
                <a:buFont typeface="Arial"/>
                <a:buNone/>
              </a:pPr>
              <a:r>
                <a:rPr b="0" i="0" lang="ru-KZ" sz="1200" u="none" cap="none" strike="noStrike">
                  <a:solidFill>
                    <a:srgbClr val="262626"/>
                  </a:solidFill>
                  <a:latin typeface="Quattrocento Sans"/>
                  <a:ea typeface="Quattrocento Sans"/>
                  <a:cs typeface="Quattrocento Sans"/>
                  <a:sym typeface="Quattrocento Sans"/>
                </a:rPr>
                <a:t>F-score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ru-KZ" sz="1200" u="none" cap="none" strike="noStrike">
                  <a:solidFill>
                    <a:srgbClr val="262626"/>
                  </a:solidFill>
                  <a:latin typeface="Quattrocento Sans"/>
                  <a:ea typeface="Quattrocento Sans"/>
                  <a:cs typeface="Quattrocento Sans"/>
                  <a:sym typeface="Quattrocento Sans"/>
                </a:rPr>
                <a:t>Loss</a:t>
              </a:r>
              <a:endParaRPr b="0" i="0" sz="1400" u="none" cap="none" strike="noStrike">
                <a:solidFill>
                  <a:srgbClr val="000000"/>
                </a:solidFill>
                <a:latin typeface="Arial"/>
                <a:ea typeface="Arial"/>
                <a:cs typeface="Arial"/>
                <a:sym typeface="Arial"/>
              </a:endParaRPr>
            </a:p>
          </p:txBody>
        </p:sp>
      </p:grpSp>
      <p:sp>
        <p:nvSpPr>
          <p:cNvPr id="308" name="Google Shape;308;g1a42daebaef_0_534"/>
          <p:cNvSpPr/>
          <p:nvPr/>
        </p:nvSpPr>
        <p:spPr>
          <a:xfrm>
            <a:off x="9761526" y="3822052"/>
            <a:ext cx="622200" cy="622200"/>
          </a:xfrm>
          <a:prstGeom prst="roundRect">
            <a:avLst>
              <a:gd fmla="val 16667" name="adj"/>
            </a:avLst>
          </a:prstGeom>
          <a:no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rgbClr val="262626"/>
              </a:solidFill>
              <a:latin typeface="Arial"/>
              <a:ea typeface="Arial"/>
              <a:cs typeface="Arial"/>
              <a:sym typeface="Arial"/>
            </a:endParaRPr>
          </a:p>
        </p:txBody>
      </p:sp>
      <p:grpSp>
        <p:nvGrpSpPr>
          <p:cNvPr id="309" name="Google Shape;309;g1a42daebaef_0_534"/>
          <p:cNvGrpSpPr/>
          <p:nvPr/>
        </p:nvGrpSpPr>
        <p:grpSpPr>
          <a:xfrm>
            <a:off x="840565" y="1970668"/>
            <a:ext cx="2654032" cy="872048"/>
            <a:chOff x="-475010" y="1114178"/>
            <a:chExt cx="4241700" cy="872048"/>
          </a:xfrm>
        </p:grpSpPr>
        <p:sp>
          <p:nvSpPr>
            <p:cNvPr id="310" name="Google Shape;310;g1a42daebaef_0_534"/>
            <p:cNvSpPr txBox="1"/>
            <p:nvPr/>
          </p:nvSpPr>
          <p:spPr>
            <a:xfrm>
              <a:off x="-475010" y="1114178"/>
              <a:ext cx="4241700" cy="3078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ru-KZ" sz="1400" u="none" cap="none" strike="noStrike">
                  <a:solidFill>
                    <a:srgbClr val="262626"/>
                  </a:solidFill>
                  <a:latin typeface="Quattrocento Sans"/>
                  <a:ea typeface="Quattrocento Sans"/>
                  <a:cs typeface="Quattrocento Sans"/>
                  <a:sym typeface="Quattrocento Sans"/>
                </a:rPr>
                <a:t>Language Model</a:t>
              </a:r>
              <a:endParaRPr b="1" i="0" sz="1400" u="none" cap="none" strike="noStrike">
                <a:solidFill>
                  <a:srgbClr val="262626"/>
                </a:solidFill>
                <a:latin typeface="Quattrocento Sans"/>
                <a:ea typeface="Quattrocento Sans"/>
                <a:cs typeface="Quattrocento Sans"/>
                <a:sym typeface="Quattrocento Sans"/>
              </a:endParaRPr>
            </a:p>
          </p:txBody>
        </p:sp>
        <p:sp>
          <p:nvSpPr>
            <p:cNvPr id="311" name="Google Shape;311;g1a42daebaef_0_534"/>
            <p:cNvSpPr txBox="1"/>
            <p:nvPr/>
          </p:nvSpPr>
          <p:spPr>
            <a:xfrm>
              <a:off x="-475010" y="1339726"/>
              <a:ext cx="42264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ru-KZ" sz="1200" u="none" cap="none" strike="noStrike">
                  <a:solidFill>
                    <a:srgbClr val="262626"/>
                  </a:solidFill>
                  <a:latin typeface="Quattrocento Sans"/>
                  <a:ea typeface="Quattrocento Sans"/>
                  <a:cs typeface="Quattrocento Sans"/>
                  <a:sym typeface="Quattrocento Sans"/>
                </a:rPr>
                <a:t>Research and standardization of the semantic model from the point of view of linguistics.</a:t>
              </a:r>
              <a:endParaRPr b="0" i="0" sz="1400" u="none" cap="none" strike="noStrike">
                <a:solidFill>
                  <a:srgbClr val="000000"/>
                </a:solidFill>
                <a:latin typeface="Arial"/>
                <a:ea typeface="Arial"/>
                <a:cs typeface="Arial"/>
                <a:sym typeface="Arial"/>
              </a:endParaRPr>
            </a:p>
          </p:txBody>
        </p:sp>
      </p:grpSp>
      <p:sp>
        <p:nvSpPr>
          <p:cNvPr id="312" name="Google Shape;312;g1a42daebaef_0_534"/>
          <p:cNvSpPr/>
          <p:nvPr/>
        </p:nvSpPr>
        <p:spPr>
          <a:xfrm>
            <a:off x="1858132" y="1302133"/>
            <a:ext cx="622200" cy="6222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rgbClr val="262626"/>
              </a:solidFill>
              <a:latin typeface="Arial"/>
              <a:ea typeface="Arial"/>
              <a:cs typeface="Arial"/>
              <a:sym typeface="Arial"/>
            </a:endParaRPr>
          </a:p>
        </p:txBody>
      </p:sp>
      <p:grpSp>
        <p:nvGrpSpPr>
          <p:cNvPr id="313" name="Google Shape;313;g1a42daebaef_0_534"/>
          <p:cNvGrpSpPr/>
          <p:nvPr/>
        </p:nvGrpSpPr>
        <p:grpSpPr>
          <a:xfrm>
            <a:off x="840565" y="4538687"/>
            <a:ext cx="2658933" cy="753680"/>
            <a:chOff x="-475010" y="1134240"/>
            <a:chExt cx="4249534" cy="655431"/>
          </a:xfrm>
        </p:grpSpPr>
        <p:sp>
          <p:nvSpPr>
            <p:cNvPr id="314" name="Google Shape;314;g1a42daebaef_0_534"/>
            <p:cNvSpPr txBox="1"/>
            <p:nvPr/>
          </p:nvSpPr>
          <p:spPr>
            <a:xfrm>
              <a:off x="-475010" y="1134240"/>
              <a:ext cx="4241700" cy="2676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ru-KZ" sz="1400" u="none" cap="none" strike="noStrike">
                  <a:solidFill>
                    <a:srgbClr val="262626"/>
                  </a:solidFill>
                  <a:latin typeface="Quattrocento Sans"/>
                  <a:ea typeface="Quattrocento Sans"/>
                  <a:cs typeface="Quattrocento Sans"/>
                  <a:sym typeface="Quattrocento Sans"/>
                </a:rPr>
                <a:t>Data Collection</a:t>
              </a:r>
              <a:endParaRPr b="1" i="0" sz="1400" u="none" cap="none" strike="noStrike">
                <a:solidFill>
                  <a:srgbClr val="262626"/>
                </a:solidFill>
                <a:latin typeface="Quattrocento Sans"/>
                <a:ea typeface="Quattrocento Sans"/>
                <a:cs typeface="Quattrocento Sans"/>
                <a:sym typeface="Quattrocento Sans"/>
              </a:endParaRPr>
            </a:p>
          </p:txBody>
        </p:sp>
        <p:sp>
          <p:nvSpPr>
            <p:cNvPr id="315" name="Google Shape;315;g1a42daebaef_0_534"/>
            <p:cNvSpPr txBox="1"/>
            <p:nvPr/>
          </p:nvSpPr>
          <p:spPr>
            <a:xfrm>
              <a:off x="-451876" y="1388271"/>
              <a:ext cx="4226400" cy="401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ru-KZ" sz="1200" u="none" cap="none" strike="noStrike">
                  <a:solidFill>
                    <a:srgbClr val="262626"/>
                  </a:solidFill>
                  <a:latin typeface="Quattrocento Sans"/>
                  <a:ea typeface="Quattrocento Sans"/>
                  <a:cs typeface="Quattrocento Sans"/>
                  <a:sym typeface="Quattrocento Sans"/>
                </a:rPr>
                <a:t>A tool for automating data collection that provides pre-tagged data.</a:t>
              </a:r>
              <a:endParaRPr b="0" i="0" sz="1400" u="none" cap="none" strike="noStrike">
                <a:solidFill>
                  <a:srgbClr val="000000"/>
                </a:solidFill>
                <a:latin typeface="Arial"/>
                <a:ea typeface="Arial"/>
                <a:cs typeface="Arial"/>
                <a:sym typeface="Arial"/>
              </a:endParaRPr>
            </a:p>
          </p:txBody>
        </p:sp>
      </p:grpSp>
      <p:sp>
        <p:nvSpPr>
          <p:cNvPr id="316" name="Google Shape;316;g1a42daebaef_0_534"/>
          <p:cNvSpPr/>
          <p:nvPr/>
        </p:nvSpPr>
        <p:spPr>
          <a:xfrm>
            <a:off x="1858132" y="3830945"/>
            <a:ext cx="622200" cy="622200"/>
          </a:xfrm>
          <a:prstGeom prst="roundRect">
            <a:avLst>
              <a:gd fmla="val 16667" name="adj"/>
            </a:avLst>
          </a:prstGeom>
          <a:noFill/>
          <a:ln cap="flat" cmpd="sng" w="254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rgbClr val="262626"/>
              </a:solidFill>
              <a:latin typeface="Arial"/>
              <a:ea typeface="Arial"/>
              <a:cs typeface="Arial"/>
              <a:sym typeface="Arial"/>
            </a:endParaRPr>
          </a:p>
        </p:txBody>
      </p:sp>
      <p:sp>
        <p:nvSpPr>
          <p:cNvPr id="317" name="Google Shape;317;g1a42daebaef_0_534"/>
          <p:cNvSpPr/>
          <p:nvPr/>
        </p:nvSpPr>
        <p:spPr>
          <a:xfrm rot="-942518">
            <a:off x="1997479" y="4002384"/>
            <a:ext cx="339760" cy="292008"/>
          </a:xfrm>
          <a:custGeom>
            <a:rect b="b" l="l" r="r" t="t"/>
            <a:pathLst>
              <a:path extrusionOk="0" h="3321003" w="4088377">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rgbClr val="262626"/>
              </a:solidFill>
              <a:latin typeface="Arial"/>
              <a:ea typeface="Arial"/>
              <a:cs typeface="Arial"/>
              <a:sym typeface="Arial"/>
            </a:endParaRPr>
          </a:p>
        </p:txBody>
      </p:sp>
      <p:sp>
        <p:nvSpPr>
          <p:cNvPr id="318" name="Google Shape;318;g1a42daebaef_0_534"/>
          <p:cNvSpPr/>
          <p:nvPr/>
        </p:nvSpPr>
        <p:spPr>
          <a:xfrm>
            <a:off x="9910595" y="3967602"/>
            <a:ext cx="336991" cy="331349"/>
          </a:xfrm>
          <a:custGeom>
            <a:rect b="b" l="l" r="r" t="t"/>
            <a:pathLst>
              <a:path extrusionOk="0" h="3786842" w="3851322">
                <a:moveTo>
                  <a:pt x="3845029" y="1629937"/>
                </a:moveTo>
                <a:lnTo>
                  <a:pt x="3851322" y="1762720"/>
                </a:lnTo>
                <a:lnTo>
                  <a:pt x="3812477" y="1776859"/>
                </a:lnTo>
                <a:lnTo>
                  <a:pt x="3444864" y="1775585"/>
                </a:lnTo>
                <a:close/>
                <a:moveTo>
                  <a:pt x="3791299" y="1322869"/>
                </a:moveTo>
                <a:cubicBezTo>
                  <a:pt x="3804294" y="1363489"/>
                  <a:pt x="3813753" y="1405089"/>
                  <a:pt x="3820726" y="1447230"/>
                </a:cubicBezTo>
                <a:lnTo>
                  <a:pt x="2923542" y="1773779"/>
                </a:lnTo>
                <a:lnTo>
                  <a:pt x="2555935" y="1772505"/>
                </a:lnTo>
                <a:close/>
                <a:moveTo>
                  <a:pt x="3686733" y="1034305"/>
                </a:moveTo>
                <a:cubicBezTo>
                  <a:pt x="3706467" y="1071934"/>
                  <a:pt x="3722972" y="1111031"/>
                  <a:pt x="3736130" y="1151397"/>
                </a:cubicBezTo>
                <a:lnTo>
                  <a:pt x="2052009" y="1764367"/>
                </a:lnTo>
                <a:lnTo>
                  <a:pt x="2052009" y="1629296"/>
                </a:lnTo>
                <a:close/>
                <a:moveTo>
                  <a:pt x="3531650" y="764128"/>
                </a:moveTo>
                <a:cubicBezTo>
                  <a:pt x="3557479" y="799119"/>
                  <a:pt x="3581112" y="835525"/>
                  <a:pt x="3601539" y="873761"/>
                </a:cubicBezTo>
                <a:lnTo>
                  <a:pt x="2052009" y="1437744"/>
                </a:lnTo>
                <a:lnTo>
                  <a:pt x="2052009" y="1302673"/>
                </a:lnTo>
                <a:close/>
                <a:moveTo>
                  <a:pt x="3320179" y="514474"/>
                </a:moveTo>
                <a:lnTo>
                  <a:pt x="3414136" y="615348"/>
                </a:lnTo>
                <a:lnTo>
                  <a:pt x="2052009" y="1111121"/>
                </a:lnTo>
                <a:lnTo>
                  <a:pt x="2052009" y="976050"/>
                </a:lnTo>
                <a:close/>
                <a:moveTo>
                  <a:pt x="3038975" y="290201"/>
                </a:moveTo>
                <a:cubicBezTo>
                  <a:pt x="3082160" y="317774"/>
                  <a:pt x="3124087" y="347421"/>
                  <a:pt x="3164106" y="379728"/>
                </a:cubicBezTo>
                <a:lnTo>
                  <a:pt x="2052009" y="784498"/>
                </a:lnTo>
                <a:lnTo>
                  <a:pt x="2052009" y="649428"/>
                </a:lnTo>
                <a:close/>
                <a:moveTo>
                  <a:pt x="1800000" y="186842"/>
                </a:moveTo>
                <a:lnTo>
                  <a:pt x="1800000" y="1986842"/>
                </a:lnTo>
                <a:lnTo>
                  <a:pt x="3600000" y="1986842"/>
                </a:lnTo>
                <a:cubicBezTo>
                  <a:pt x="3600000" y="2980955"/>
                  <a:pt x="2794113" y="3786842"/>
                  <a:pt x="1800000" y="3786842"/>
                </a:cubicBezTo>
                <a:cubicBezTo>
                  <a:pt x="805887" y="3786842"/>
                  <a:pt x="0" y="2980955"/>
                  <a:pt x="0" y="1986842"/>
                </a:cubicBezTo>
                <a:cubicBezTo>
                  <a:pt x="0" y="992729"/>
                  <a:pt x="805887" y="186842"/>
                  <a:pt x="1800000" y="186842"/>
                </a:cubicBezTo>
                <a:close/>
                <a:moveTo>
                  <a:pt x="2653345" y="103936"/>
                </a:moveTo>
                <a:cubicBezTo>
                  <a:pt x="2713623" y="122781"/>
                  <a:pt x="2772066" y="146664"/>
                  <a:pt x="2828252" y="175345"/>
                </a:cubicBezTo>
                <a:lnTo>
                  <a:pt x="2052009" y="457876"/>
                </a:lnTo>
                <a:lnTo>
                  <a:pt x="2052009" y="322805"/>
                </a:lnTo>
                <a:close/>
                <a:moveTo>
                  <a:pt x="2052009" y="0"/>
                </a:moveTo>
                <a:cubicBezTo>
                  <a:pt x="2150315" y="0"/>
                  <a:pt x="2247800" y="7911"/>
                  <a:pt x="2343281" y="25238"/>
                </a:cubicBezTo>
                <a:lnTo>
                  <a:pt x="2052009" y="131252"/>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rgbClr val="262626"/>
              </a:solidFill>
              <a:latin typeface="Arial"/>
              <a:ea typeface="Arial"/>
              <a:cs typeface="Arial"/>
              <a:sym typeface="Arial"/>
            </a:endParaRPr>
          </a:p>
        </p:txBody>
      </p:sp>
      <p:sp>
        <p:nvSpPr>
          <p:cNvPr id="319" name="Google Shape;319;g1a42daebaef_0_534"/>
          <p:cNvSpPr/>
          <p:nvPr/>
        </p:nvSpPr>
        <p:spPr>
          <a:xfrm>
            <a:off x="1991022" y="1435195"/>
            <a:ext cx="363062" cy="360535"/>
          </a:xfrm>
          <a:custGeom>
            <a:rect b="b" l="l" r="r" t="t"/>
            <a:pathLst>
              <a:path extrusionOk="0" h="3795110" w="3821708">
                <a:moveTo>
                  <a:pt x="1910854" y="903842"/>
                </a:moveTo>
                <a:lnTo>
                  <a:pt x="1793831" y="1129420"/>
                </a:lnTo>
                <a:lnTo>
                  <a:pt x="1791613" y="1129420"/>
                </a:lnTo>
                <a:lnTo>
                  <a:pt x="1791892" y="1133157"/>
                </a:lnTo>
                <a:lnTo>
                  <a:pt x="1791613" y="1133695"/>
                </a:lnTo>
                <a:lnTo>
                  <a:pt x="1791933" y="1133695"/>
                </a:lnTo>
                <a:lnTo>
                  <a:pt x="1833002" y="1683464"/>
                </a:lnTo>
                <a:cubicBezTo>
                  <a:pt x="1744939" y="1714584"/>
                  <a:pt x="1682254" y="1798749"/>
                  <a:pt x="1682254" y="1897555"/>
                </a:cubicBezTo>
                <a:cubicBezTo>
                  <a:pt x="1682254" y="2023808"/>
                  <a:pt x="1784602" y="2126156"/>
                  <a:pt x="1910855" y="2126156"/>
                </a:cubicBezTo>
                <a:cubicBezTo>
                  <a:pt x="1975561" y="2126156"/>
                  <a:pt x="2033988" y="2099273"/>
                  <a:pt x="2075304" y="2055803"/>
                </a:cubicBezTo>
                <a:lnTo>
                  <a:pt x="2443125" y="2288080"/>
                </a:lnTo>
                <a:lnTo>
                  <a:pt x="2443003" y="2288309"/>
                </a:lnTo>
                <a:lnTo>
                  <a:pt x="2443494" y="2288314"/>
                </a:lnTo>
                <a:lnTo>
                  <a:pt x="2446061" y="2289935"/>
                </a:lnTo>
                <a:lnTo>
                  <a:pt x="2446904" y="2288348"/>
                </a:lnTo>
                <a:lnTo>
                  <a:pt x="2652725" y="2290436"/>
                </a:lnTo>
                <a:lnTo>
                  <a:pt x="2535900" y="2120971"/>
                </a:lnTo>
                <a:lnTo>
                  <a:pt x="2536744" y="2119385"/>
                </a:lnTo>
                <a:lnTo>
                  <a:pt x="2533964" y="2118163"/>
                </a:lnTo>
                <a:lnTo>
                  <a:pt x="2533686" y="2117759"/>
                </a:lnTo>
                <a:lnTo>
                  <a:pt x="2533565" y="2117988"/>
                </a:lnTo>
                <a:lnTo>
                  <a:pt x="2134900" y="1942755"/>
                </a:lnTo>
                <a:cubicBezTo>
                  <a:pt x="2137918" y="1928156"/>
                  <a:pt x="2139456" y="1913035"/>
                  <a:pt x="2139456" y="1897555"/>
                </a:cubicBezTo>
                <a:cubicBezTo>
                  <a:pt x="2139456" y="1798748"/>
                  <a:pt x="2076770" y="1714583"/>
                  <a:pt x="1988706" y="1683463"/>
                </a:cubicBezTo>
                <a:lnTo>
                  <a:pt x="2029775" y="1133695"/>
                </a:lnTo>
                <a:lnTo>
                  <a:pt x="2030094" y="1133695"/>
                </a:lnTo>
                <a:lnTo>
                  <a:pt x="2029815" y="1133157"/>
                </a:lnTo>
                <a:lnTo>
                  <a:pt x="2030094" y="1129420"/>
                </a:lnTo>
                <a:lnTo>
                  <a:pt x="2027877" y="1129420"/>
                </a:lnTo>
                <a:close/>
                <a:moveTo>
                  <a:pt x="1910854" y="565406"/>
                </a:moveTo>
                <a:cubicBezTo>
                  <a:pt x="2646579" y="565406"/>
                  <a:pt x="3243002" y="1161829"/>
                  <a:pt x="3243002" y="1897554"/>
                </a:cubicBezTo>
                <a:cubicBezTo>
                  <a:pt x="3243002" y="2633279"/>
                  <a:pt x="2646579" y="3229702"/>
                  <a:pt x="1910854" y="3229702"/>
                </a:cubicBezTo>
                <a:cubicBezTo>
                  <a:pt x="1175129" y="3229702"/>
                  <a:pt x="578706" y="2633279"/>
                  <a:pt x="578706" y="1897554"/>
                </a:cubicBezTo>
                <a:cubicBezTo>
                  <a:pt x="578706" y="1161829"/>
                  <a:pt x="1175129" y="565406"/>
                  <a:pt x="1910854" y="565406"/>
                </a:cubicBezTo>
                <a:close/>
                <a:moveTo>
                  <a:pt x="1766837" y="367010"/>
                </a:moveTo>
                <a:cubicBezTo>
                  <a:pt x="1050362" y="432397"/>
                  <a:pt x="475174" y="981146"/>
                  <a:pt x="377476" y="1681610"/>
                </a:cubicBezTo>
                <a:lnTo>
                  <a:pt x="426306" y="1681610"/>
                </a:lnTo>
                <a:cubicBezTo>
                  <a:pt x="510474" y="1681610"/>
                  <a:pt x="578706" y="1746088"/>
                  <a:pt x="578706" y="1825626"/>
                </a:cubicBezTo>
                <a:cubicBezTo>
                  <a:pt x="578706" y="1905164"/>
                  <a:pt x="510474" y="1969642"/>
                  <a:pt x="426306" y="1969642"/>
                </a:cubicBezTo>
                <a:lnTo>
                  <a:pt x="364094" y="1969642"/>
                </a:lnTo>
                <a:cubicBezTo>
                  <a:pt x="398055" y="2738400"/>
                  <a:pt x="1003246" y="3359660"/>
                  <a:pt x="1769417" y="3427809"/>
                </a:cubicBezTo>
                <a:lnTo>
                  <a:pt x="1769417" y="3382101"/>
                </a:lnTo>
                <a:cubicBezTo>
                  <a:pt x="1769417" y="3297933"/>
                  <a:pt x="1833895" y="3229701"/>
                  <a:pt x="1913433" y="3229701"/>
                </a:cubicBezTo>
                <a:cubicBezTo>
                  <a:pt x="1992971" y="3229701"/>
                  <a:pt x="2057449" y="3297933"/>
                  <a:pt x="2057449" y="3382101"/>
                </a:cubicBezTo>
                <a:lnTo>
                  <a:pt x="2057449" y="3427707"/>
                </a:lnTo>
                <a:cubicBezTo>
                  <a:pt x="2804164" y="3358467"/>
                  <a:pt x="3396856" y="2764020"/>
                  <a:pt x="3455018" y="2020616"/>
                </a:cubicBezTo>
                <a:lnTo>
                  <a:pt x="3395402" y="2020616"/>
                </a:lnTo>
                <a:cubicBezTo>
                  <a:pt x="3311234" y="2020616"/>
                  <a:pt x="3243002" y="1956138"/>
                  <a:pt x="3243002" y="1876600"/>
                </a:cubicBezTo>
                <a:cubicBezTo>
                  <a:pt x="3243002" y="1797062"/>
                  <a:pt x="3311234" y="1732584"/>
                  <a:pt x="3395402" y="1732584"/>
                </a:cubicBezTo>
                <a:lnTo>
                  <a:pt x="3451747" y="1732584"/>
                </a:lnTo>
                <a:cubicBezTo>
                  <a:pt x="3374444" y="1008025"/>
                  <a:pt x="2788738" y="434055"/>
                  <a:pt x="2054869" y="367632"/>
                </a:cubicBezTo>
                <a:lnTo>
                  <a:pt x="2054869" y="407296"/>
                </a:lnTo>
                <a:cubicBezTo>
                  <a:pt x="2054869" y="491464"/>
                  <a:pt x="1990391" y="559696"/>
                  <a:pt x="1910853" y="559696"/>
                </a:cubicBezTo>
                <a:cubicBezTo>
                  <a:pt x="1831315" y="559696"/>
                  <a:pt x="1766837" y="491464"/>
                  <a:pt x="1766837" y="407296"/>
                </a:cubicBezTo>
                <a:close/>
                <a:moveTo>
                  <a:pt x="1910854" y="0"/>
                </a:moveTo>
                <a:cubicBezTo>
                  <a:pt x="2966190" y="0"/>
                  <a:pt x="3821708" y="849564"/>
                  <a:pt x="3821708" y="1897555"/>
                </a:cubicBezTo>
                <a:cubicBezTo>
                  <a:pt x="3821708" y="2945546"/>
                  <a:pt x="2966190" y="3795110"/>
                  <a:pt x="1910854" y="3795110"/>
                </a:cubicBezTo>
                <a:cubicBezTo>
                  <a:pt x="855518" y="3795110"/>
                  <a:pt x="0" y="2945546"/>
                  <a:pt x="0" y="1897555"/>
                </a:cubicBezTo>
                <a:cubicBezTo>
                  <a:pt x="0" y="849564"/>
                  <a:pt x="855518" y="0"/>
                  <a:pt x="1910854"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rgbClr val="262626"/>
              </a:solidFill>
              <a:latin typeface="Arial"/>
              <a:ea typeface="Arial"/>
              <a:cs typeface="Arial"/>
              <a:sym typeface="Arial"/>
            </a:endParaRPr>
          </a:p>
        </p:txBody>
      </p:sp>
      <p:grpSp>
        <p:nvGrpSpPr>
          <p:cNvPr id="320" name="Google Shape;320;g1a42daebaef_0_534"/>
          <p:cNvGrpSpPr/>
          <p:nvPr/>
        </p:nvGrpSpPr>
        <p:grpSpPr>
          <a:xfrm>
            <a:off x="5391377" y="2231590"/>
            <a:ext cx="1376708" cy="1270622"/>
            <a:chOff x="7417766" y="2396187"/>
            <a:chExt cx="1787468" cy="1649730"/>
          </a:xfrm>
        </p:grpSpPr>
        <p:sp>
          <p:nvSpPr>
            <p:cNvPr id="321" name="Google Shape;321;g1a42daebaef_0_534"/>
            <p:cNvSpPr/>
            <p:nvPr/>
          </p:nvSpPr>
          <p:spPr>
            <a:xfrm>
              <a:off x="7417766" y="2398092"/>
              <a:ext cx="885825" cy="1647825"/>
            </a:xfrm>
            <a:custGeom>
              <a:rect b="b" l="l" r="r" t="t"/>
              <a:pathLst>
                <a:path extrusionOk="0" h="1647825" w="885825">
                  <a:moveTo>
                    <a:pt x="749141" y="1281042"/>
                  </a:moveTo>
                  <a:cubicBezTo>
                    <a:pt x="789146" y="1281042"/>
                    <a:pt x="827246" y="1292472"/>
                    <a:pt x="858679" y="1312474"/>
                  </a:cubicBezTo>
                  <a:cubicBezTo>
                    <a:pt x="858679" y="1312474"/>
                    <a:pt x="858679" y="1302949"/>
                    <a:pt x="858679" y="1287709"/>
                  </a:cubicBezTo>
                  <a:cubicBezTo>
                    <a:pt x="874871" y="1196270"/>
                    <a:pt x="875824" y="1101972"/>
                    <a:pt x="861536" y="1006722"/>
                  </a:cubicBezTo>
                  <a:cubicBezTo>
                    <a:pt x="859631" y="996244"/>
                    <a:pt x="857726" y="985767"/>
                    <a:pt x="855821" y="975289"/>
                  </a:cubicBezTo>
                  <a:cubicBezTo>
                    <a:pt x="847249" y="938142"/>
                    <a:pt x="828199" y="900042"/>
                    <a:pt x="791051" y="885754"/>
                  </a:cubicBezTo>
                  <a:cubicBezTo>
                    <a:pt x="784384" y="882897"/>
                    <a:pt x="777716" y="880992"/>
                    <a:pt x="770096" y="880039"/>
                  </a:cubicBezTo>
                  <a:cubicBezTo>
                    <a:pt x="762476" y="879087"/>
                    <a:pt x="753904" y="879087"/>
                    <a:pt x="745331" y="880039"/>
                  </a:cubicBezTo>
                  <a:cubicBezTo>
                    <a:pt x="736759" y="880992"/>
                    <a:pt x="727234" y="881944"/>
                    <a:pt x="718661" y="884802"/>
                  </a:cubicBezTo>
                  <a:cubicBezTo>
                    <a:pt x="651034" y="903852"/>
                    <a:pt x="611029" y="975289"/>
                    <a:pt x="630079" y="1042917"/>
                  </a:cubicBezTo>
                  <a:cubicBezTo>
                    <a:pt x="631984" y="1050537"/>
                    <a:pt x="627221" y="1059109"/>
                    <a:pt x="618649" y="1060062"/>
                  </a:cubicBezTo>
                  <a:cubicBezTo>
                    <a:pt x="611981" y="1061014"/>
                    <a:pt x="606266" y="1056252"/>
                    <a:pt x="604361" y="1049584"/>
                  </a:cubicBezTo>
                  <a:cubicBezTo>
                    <a:pt x="581501" y="967669"/>
                    <a:pt x="629126" y="881944"/>
                    <a:pt x="711041" y="859084"/>
                  </a:cubicBezTo>
                  <a:cubicBezTo>
                    <a:pt x="719614" y="856227"/>
                    <a:pt x="729139" y="855274"/>
                    <a:pt x="737711" y="854322"/>
                  </a:cubicBezTo>
                  <a:cubicBezTo>
                    <a:pt x="748189" y="854322"/>
                    <a:pt x="758666" y="855274"/>
                    <a:pt x="768191" y="857179"/>
                  </a:cubicBezTo>
                  <a:cubicBezTo>
                    <a:pt x="798671" y="853369"/>
                    <a:pt x="817721" y="891469"/>
                    <a:pt x="846296" y="891469"/>
                  </a:cubicBezTo>
                  <a:cubicBezTo>
                    <a:pt x="827246" y="834319"/>
                    <a:pt x="855821" y="767644"/>
                    <a:pt x="855821" y="707637"/>
                  </a:cubicBezTo>
                  <a:cubicBezTo>
                    <a:pt x="856774" y="699064"/>
                    <a:pt x="856774" y="690492"/>
                    <a:pt x="856774" y="681919"/>
                  </a:cubicBezTo>
                  <a:cubicBezTo>
                    <a:pt x="859631" y="671442"/>
                    <a:pt x="861536" y="660964"/>
                    <a:pt x="863441" y="650487"/>
                  </a:cubicBezTo>
                  <a:cubicBezTo>
                    <a:pt x="865346" y="640009"/>
                    <a:pt x="866299" y="629532"/>
                    <a:pt x="868204" y="619054"/>
                  </a:cubicBezTo>
                  <a:cubicBezTo>
                    <a:pt x="893921" y="510469"/>
                    <a:pt x="865346" y="415219"/>
                    <a:pt x="856774" y="311397"/>
                  </a:cubicBezTo>
                  <a:cubicBezTo>
                    <a:pt x="856774" y="300919"/>
                    <a:pt x="856774" y="290442"/>
                    <a:pt x="856774" y="280917"/>
                  </a:cubicBezTo>
                  <a:cubicBezTo>
                    <a:pt x="856774" y="243769"/>
                    <a:pt x="856774" y="220909"/>
                    <a:pt x="856774" y="220909"/>
                  </a:cubicBezTo>
                  <a:lnTo>
                    <a:pt x="854869" y="221862"/>
                  </a:lnTo>
                  <a:cubicBezTo>
                    <a:pt x="848201" y="162807"/>
                    <a:pt x="819626" y="109467"/>
                    <a:pt x="776764" y="71367"/>
                  </a:cubicBezTo>
                  <a:cubicBezTo>
                    <a:pt x="768191" y="63747"/>
                    <a:pt x="759619" y="57079"/>
                    <a:pt x="750094" y="50412"/>
                  </a:cubicBezTo>
                  <a:cubicBezTo>
                    <a:pt x="721519" y="31362"/>
                    <a:pt x="690086" y="18027"/>
                    <a:pt x="656749" y="12312"/>
                  </a:cubicBezTo>
                  <a:cubicBezTo>
                    <a:pt x="645319" y="10407"/>
                    <a:pt x="634841" y="9454"/>
                    <a:pt x="623411" y="8502"/>
                  </a:cubicBezTo>
                  <a:cubicBezTo>
                    <a:pt x="502444" y="-4833"/>
                    <a:pt x="359569" y="80892"/>
                    <a:pt x="391954" y="227577"/>
                  </a:cubicBezTo>
                  <a:cubicBezTo>
                    <a:pt x="395764" y="236149"/>
                    <a:pt x="399574" y="244722"/>
                    <a:pt x="405289" y="253294"/>
                  </a:cubicBezTo>
                  <a:cubicBezTo>
                    <a:pt x="427196" y="290442"/>
                    <a:pt x="474821" y="328542"/>
                    <a:pt x="520541" y="332352"/>
                  </a:cubicBezTo>
                  <a:cubicBezTo>
                    <a:pt x="530066" y="334257"/>
                    <a:pt x="540544" y="335209"/>
                    <a:pt x="551021" y="335209"/>
                  </a:cubicBezTo>
                  <a:cubicBezTo>
                    <a:pt x="633889" y="335209"/>
                    <a:pt x="702469" y="276154"/>
                    <a:pt x="718661" y="198049"/>
                  </a:cubicBezTo>
                  <a:cubicBezTo>
                    <a:pt x="720566" y="186619"/>
                    <a:pt x="722471" y="175189"/>
                    <a:pt x="722471" y="163759"/>
                  </a:cubicBezTo>
                  <a:cubicBezTo>
                    <a:pt x="722471" y="153282"/>
                    <a:pt x="731996" y="144709"/>
                    <a:pt x="743426" y="146614"/>
                  </a:cubicBezTo>
                  <a:cubicBezTo>
                    <a:pt x="751999" y="147567"/>
                    <a:pt x="758666" y="156139"/>
                    <a:pt x="758666" y="164712"/>
                  </a:cubicBezTo>
                  <a:cubicBezTo>
                    <a:pt x="758666" y="248532"/>
                    <a:pt x="708184" y="320922"/>
                    <a:pt x="635794" y="353307"/>
                  </a:cubicBezTo>
                  <a:cubicBezTo>
                    <a:pt x="664369" y="365689"/>
                    <a:pt x="689134" y="384739"/>
                    <a:pt x="708184" y="407599"/>
                  </a:cubicBezTo>
                  <a:cubicBezTo>
                    <a:pt x="714851" y="415219"/>
                    <a:pt x="720566" y="423792"/>
                    <a:pt x="726281" y="432364"/>
                  </a:cubicBezTo>
                  <a:cubicBezTo>
                    <a:pt x="771049" y="473322"/>
                    <a:pt x="761524" y="530472"/>
                    <a:pt x="757714" y="584764"/>
                  </a:cubicBezTo>
                  <a:cubicBezTo>
                    <a:pt x="755809" y="593337"/>
                    <a:pt x="753904" y="602862"/>
                    <a:pt x="751046" y="611434"/>
                  </a:cubicBezTo>
                  <a:cubicBezTo>
                    <a:pt x="748189" y="620007"/>
                    <a:pt x="745331" y="628579"/>
                    <a:pt x="741521" y="637152"/>
                  </a:cubicBezTo>
                  <a:cubicBezTo>
                    <a:pt x="737711" y="645724"/>
                    <a:pt x="732949" y="654297"/>
                    <a:pt x="727234" y="661917"/>
                  </a:cubicBezTo>
                  <a:cubicBezTo>
                    <a:pt x="716756" y="678109"/>
                    <a:pt x="703421" y="693349"/>
                    <a:pt x="687229" y="706684"/>
                  </a:cubicBezTo>
                  <a:cubicBezTo>
                    <a:pt x="689134" y="740974"/>
                    <a:pt x="709136" y="771454"/>
                    <a:pt x="737711" y="786694"/>
                  </a:cubicBezTo>
                  <a:cubicBezTo>
                    <a:pt x="744379" y="790504"/>
                    <a:pt x="752951" y="794314"/>
                    <a:pt x="760571" y="796219"/>
                  </a:cubicBezTo>
                  <a:cubicBezTo>
                    <a:pt x="771049" y="791457"/>
                    <a:pt x="780574" y="794314"/>
                    <a:pt x="788194" y="799077"/>
                  </a:cubicBezTo>
                  <a:cubicBezTo>
                    <a:pt x="810101" y="816222"/>
                    <a:pt x="800576" y="825747"/>
                    <a:pt x="783431" y="835272"/>
                  </a:cubicBezTo>
                  <a:cubicBezTo>
                    <a:pt x="773906" y="838129"/>
                    <a:pt x="762476" y="837177"/>
                    <a:pt x="752951" y="830509"/>
                  </a:cubicBezTo>
                  <a:cubicBezTo>
                    <a:pt x="743426" y="827652"/>
                    <a:pt x="733901" y="824794"/>
                    <a:pt x="724376" y="820032"/>
                  </a:cubicBezTo>
                  <a:cubicBezTo>
                    <a:pt x="689134" y="801934"/>
                    <a:pt x="662464" y="768597"/>
                    <a:pt x="653891" y="728592"/>
                  </a:cubicBezTo>
                  <a:cubicBezTo>
                    <a:pt x="559594" y="780027"/>
                    <a:pt x="439579" y="750499"/>
                    <a:pt x="381476" y="658107"/>
                  </a:cubicBezTo>
                  <a:cubicBezTo>
                    <a:pt x="376714" y="650487"/>
                    <a:pt x="377666" y="640962"/>
                    <a:pt x="384334" y="635247"/>
                  </a:cubicBezTo>
                  <a:cubicBezTo>
                    <a:pt x="392906" y="627627"/>
                    <a:pt x="405289" y="629532"/>
                    <a:pt x="411004" y="639057"/>
                  </a:cubicBezTo>
                  <a:cubicBezTo>
                    <a:pt x="440531" y="685729"/>
                    <a:pt x="490061" y="713352"/>
                    <a:pt x="541496" y="717162"/>
                  </a:cubicBezTo>
                  <a:cubicBezTo>
                    <a:pt x="545306" y="715257"/>
                    <a:pt x="548164" y="716209"/>
                    <a:pt x="552926" y="716209"/>
                  </a:cubicBezTo>
                  <a:cubicBezTo>
                    <a:pt x="611981" y="716209"/>
                    <a:pt x="663416" y="684777"/>
                    <a:pt x="693896" y="638104"/>
                  </a:cubicBezTo>
                  <a:cubicBezTo>
                    <a:pt x="699611" y="628579"/>
                    <a:pt x="705326" y="619054"/>
                    <a:pt x="710089" y="608577"/>
                  </a:cubicBezTo>
                  <a:cubicBezTo>
                    <a:pt x="732949" y="557142"/>
                    <a:pt x="723424" y="519042"/>
                    <a:pt x="710089" y="475227"/>
                  </a:cubicBezTo>
                  <a:cubicBezTo>
                    <a:pt x="705326" y="464749"/>
                    <a:pt x="700564" y="455224"/>
                    <a:pt x="693896" y="445699"/>
                  </a:cubicBezTo>
                  <a:cubicBezTo>
                    <a:pt x="663416" y="399979"/>
                    <a:pt x="611029" y="370452"/>
                    <a:pt x="551974" y="370452"/>
                  </a:cubicBezTo>
                  <a:cubicBezTo>
                    <a:pt x="546259" y="370452"/>
                    <a:pt x="539591" y="369499"/>
                    <a:pt x="532924" y="368547"/>
                  </a:cubicBezTo>
                  <a:cubicBezTo>
                    <a:pt x="485299" y="347592"/>
                    <a:pt x="440531" y="319017"/>
                    <a:pt x="397669" y="301872"/>
                  </a:cubicBezTo>
                  <a:cubicBezTo>
                    <a:pt x="389096" y="298062"/>
                    <a:pt x="380524" y="295204"/>
                    <a:pt x="371951" y="293299"/>
                  </a:cubicBezTo>
                  <a:cubicBezTo>
                    <a:pt x="294799" y="280917"/>
                    <a:pt x="209074" y="299967"/>
                    <a:pt x="180499" y="376167"/>
                  </a:cubicBezTo>
                  <a:cubicBezTo>
                    <a:pt x="170974" y="423792"/>
                    <a:pt x="161449" y="461892"/>
                    <a:pt x="175736" y="505707"/>
                  </a:cubicBezTo>
                  <a:cubicBezTo>
                    <a:pt x="177641" y="515232"/>
                    <a:pt x="179546" y="523804"/>
                    <a:pt x="181451" y="532377"/>
                  </a:cubicBezTo>
                  <a:cubicBezTo>
                    <a:pt x="186214" y="549522"/>
                    <a:pt x="193834" y="565714"/>
                    <a:pt x="202406" y="580954"/>
                  </a:cubicBezTo>
                  <a:cubicBezTo>
                    <a:pt x="207169" y="581907"/>
                    <a:pt x="211931" y="581907"/>
                    <a:pt x="217646" y="581907"/>
                  </a:cubicBezTo>
                  <a:cubicBezTo>
                    <a:pt x="225266" y="581907"/>
                    <a:pt x="231934" y="580954"/>
                    <a:pt x="239554" y="580002"/>
                  </a:cubicBezTo>
                  <a:cubicBezTo>
                    <a:pt x="247174" y="579049"/>
                    <a:pt x="253841" y="577144"/>
                    <a:pt x="260509" y="575239"/>
                  </a:cubicBezTo>
                  <a:cubicBezTo>
                    <a:pt x="305276" y="563809"/>
                    <a:pt x="330041" y="530472"/>
                    <a:pt x="344329" y="490467"/>
                  </a:cubicBezTo>
                  <a:cubicBezTo>
                    <a:pt x="347186" y="482847"/>
                    <a:pt x="350044" y="474274"/>
                    <a:pt x="351949" y="465702"/>
                  </a:cubicBezTo>
                  <a:cubicBezTo>
                    <a:pt x="361474" y="443794"/>
                    <a:pt x="361474" y="434269"/>
                    <a:pt x="361474" y="415219"/>
                  </a:cubicBezTo>
                  <a:cubicBezTo>
                    <a:pt x="370999" y="415219"/>
                    <a:pt x="390049" y="415219"/>
                    <a:pt x="390049" y="424744"/>
                  </a:cubicBezTo>
                  <a:cubicBezTo>
                    <a:pt x="399574" y="481894"/>
                    <a:pt x="361474" y="539044"/>
                    <a:pt x="325279" y="580954"/>
                  </a:cubicBezTo>
                  <a:cubicBezTo>
                    <a:pt x="317659" y="587622"/>
                    <a:pt x="310039" y="592384"/>
                    <a:pt x="301466" y="597147"/>
                  </a:cubicBezTo>
                  <a:cubicBezTo>
                    <a:pt x="276701" y="610482"/>
                    <a:pt x="248126" y="618102"/>
                    <a:pt x="218599" y="618102"/>
                  </a:cubicBezTo>
                  <a:cubicBezTo>
                    <a:pt x="191929" y="618102"/>
                    <a:pt x="168116" y="611434"/>
                    <a:pt x="145256" y="600957"/>
                  </a:cubicBezTo>
                  <a:cubicBezTo>
                    <a:pt x="64294" y="638104"/>
                    <a:pt x="7144" y="720972"/>
                    <a:pt x="7144" y="817174"/>
                  </a:cubicBezTo>
                  <a:cubicBezTo>
                    <a:pt x="7144" y="920044"/>
                    <a:pt x="72866" y="1008627"/>
                    <a:pt x="164306" y="1041964"/>
                  </a:cubicBezTo>
                  <a:cubicBezTo>
                    <a:pt x="168116" y="1041964"/>
                    <a:pt x="170974" y="1041964"/>
                    <a:pt x="174784" y="1041964"/>
                  </a:cubicBezTo>
                  <a:cubicBezTo>
                    <a:pt x="269081" y="1041964"/>
                    <a:pt x="346234" y="964812"/>
                    <a:pt x="346234" y="870514"/>
                  </a:cubicBezTo>
                  <a:cubicBezTo>
                    <a:pt x="346234" y="860037"/>
                    <a:pt x="355759" y="851464"/>
                    <a:pt x="367189" y="853369"/>
                  </a:cubicBezTo>
                  <a:cubicBezTo>
                    <a:pt x="375761" y="854322"/>
                    <a:pt x="382429" y="862894"/>
                    <a:pt x="382429" y="871467"/>
                  </a:cubicBezTo>
                  <a:cubicBezTo>
                    <a:pt x="382429" y="914329"/>
                    <a:pt x="369094" y="954334"/>
                    <a:pt x="346234" y="987672"/>
                  </a:cubicBezTo>
                  <a:cubicBezTo>
                    <a:pt x="346234" y="999102"/>
                    <a:pt x="348139" y="1010532"/>
                    <a:pt x="350044" y="1021009"/>
                  </a:cubicBezTo>
                  <a:cubicBezTo>
                    <a:pt x="352901" y="1031487"/>
                    <a:pt x="355759" y="1041964"/>
                    <a:pt x="360521" y="1052442"/>
                  </a:cubicBezTo>
                  <a:cubicBezTo>
                    <a:pt x="372904" y="1100067"/>
                    <a:pt x="401479" y="1128642"/>
                    <a:pt x="451009" y="1141024"/>
                  </a:cubicBezTo>
                  <a:cubicBezTo>
                    <a:pt x="461486" y="1144834"/>
                    <a:pt x="471964" y="1148645"/>
                    <a:pt x="482441" y="1150549"/>
                  </a:cubicBezTo>
                  <a:cubicBezTo>
                    <a:pt x="493871" y="1152454"/>
                    <a:pt x="504349" y="1154359"/>
                    <a:pt x="516731" y="1154359"/>
                  </a:cubicBezTo>
                  <a:cubicBezTo>
                    <a:pt x="611029" y="1154359"/>
                    <a:pt x="688181" y="1077207"/>
                    <a:pt x="688181" y="982909"/>
                  </a:cubicBezTo>
                  <a:cubicBezTo>
                    <a:pt x="688181" y="972432"/>
                    <a:pt x="697706" y="963859"/>
                    <a:pt x="709136" y="965764"/>
                  </a:cubicBezTo>
                  <a:cubicBezTo>
                    <a:pt x="717709" y="966717"/>
                    <a:pt x="724376" y="975289"/>
                    <a:pt x="724376" y="983862"/>
                  </a:cubicBezTo>
                  <a:cubicBezTo>
                    <a:pt x="724376" y="995292"/>
                    <a:pt x="723424" y="1006722"/>
                    <a:pt x="721519" y="1017199"/>
                  </a:cubicBezTo>
                  <a:cubicBezTo>
                    <a:pt x="725329" y="1052442"/>
                    <a:pt x="696754" y="1071492"/>
                    <a:pt x="684371" y="1105782"/>
                  </a:cubicBezTo>
                  <a:cubicBezTo>
                    <a:pt x="677704" y="1114354"/>
                    <a:pt x="671036" y="1121974"/>
                    <a:pt x="663416" y="1129595"/>
                  </a:cubicBezTo>
                  <a:cubicBezTo>
                    <a:pt x="626269" y="1166742"/>
                    <a:pt x="574834" y="1189602"/>
                    <a:pt x="517684" y="1189602"/>
                  </a:cubicBezTo>
                  <a:cubicBezTo>
                    <a:pt x="507206" y="1189602"/>
                    <a:pt x="497681" y="1188649"/>
                    <a:pt x="488156" y="1187697"/>
                  </a:cubicBezTo>
                  <a:cubicBezTo>
                    <a:pt x="478631" y="1186745"/>
                    <a:pt x="469106" y="1183887"/>
                    <a:pt x="459581" y="1181982"/>
                  </a:cubicBezTo>
                  <a:cubicBezTo>
                    <a:pt x="382429" y="1166742"/>
                    <a:pt x="334804" y="1100067"/>
                    <a:pt x="315754" y="1023867"/>
                  </a:cubicBezTo>
                  <a:cubicBezTo>
                    <a:pt x="249079" y="1071492"/>
                    <a:pt x="153829" y="1071492"/>
                    <a:pt x="172879" y="1185792"/>
                  </a:cubicBezTo>
                  <a:cubicBezTo>
                    <a:pt x="191929" y="1271517"/>
                    <a:pt x="258604" y="1338192"/>
                    <a:pt x="341471" y="1345812"/>
                  </a:cubicBezTo>
                  <a:cubicBezTo>
                    <a:pt x="351949" y="1347717"/>
                    <a:pt x="362426" y="1348670"/>
                    <a:pt x="373856" y="1348670"/>
                  </a:cubicBezTo>
                  <a:cubicBezTo>
                    <a:pt x="377666" y="1348670"/>
                    <a:pt x="381476" y="1348670"/>
                    <a:pt x="386239" y="1348670"/>
                  </a:cubicBezTo>
                  <a:cubicBezTo>
                    <a:pt x="385286" y="1355337"/>
                    <a:pt x="384334" y="1362957"/>
                    <a:pt x="383381" y="1369624"/>
                  </a:cubicBezTo>
                  <a:cubicBezTo>
                    <a:pt x="382429" y="1376292"/>
                    <a:pt x="382429" y="1383912"/>
                    <a:pt x="382429" y="1391532"/>
                  </a:cubicBezTo>
                  <a:cubicBezTo>
                    <a:pt x="373856" y="1500117"/>
                    <a:pt x="421481" y="1595367"/>
                    <a:pt x="527209" y="1625847"/>
                  </a:cubicBezTo>
                  <a:cubicBezTo>
                    <a:pt x="537686" y="1629657"/>
                    <a:pt x="548164" y="1633467"/>
                    <a:pt x="558641" y="1636324"/>
                  </a:cubicBezTo>
                  <a:cubicBezTo>
                    <a:pt x="623411" y="1652517"/>
                    <a:pt x="698659" y="1636324"/>
                    <a:pt x="756761" y="1596320"/>
                  </a:cubicBezTo>
                  <a:cubicBezTo>
                    <a:pt x="764381" y="1592509"/>
                    <a:pt x="771049" y="1588699"/>
                    <a:pt x="777716" y="1584890"/>
                  </a:cubicBezTo>
                  <a:cubicBezTo>
                    <a:pt x="812006" y="1563934"/>
                    <a:pt x="841534" y="1533454"/>
                    <a:pt x="858679" y="1491545"/>
                  </a:cubicBezTo>
                  <a:cubicBezTo>
                    <a:pt x="887254" y="1424870"/>
                    <a:pt x="877729" y="1339145"/>
                    <a:pt x="791051" y="1321999"/>
                  </a:cubicBezTo>
                  <a:cubicBezTo>
                    <a:pt x="784384" y="1320095"/>
                    <a:pt x="777716" y="1319142"/>
                    <a:pt x="771049" y="1318190"/>
                  </a:cubicBezTo>
                  <a:cubicBezTo>
                    <a:pt x="764381" y="1317237"/>
                    <a:pt x="757714" y="1317237"/>
                    <a:pt x="750094" y="1317237"/>
                  </a:cubicBezTo>
                  <a:cubicBezTo>
                    <a:pt x="691039" y="1317237"/>
                    <a:pt x="638651" y="1347717"/>
                    <a:pt x="608171" y="1392484"/>
                  </a:cubicBezTo>
                  <a:cubicBezTo>
                    <a:pt x="602456" y="1402009"/>
                    <a:pt x="596741" y="1411534"/>
                    <a:pt x="591979" y="1422012"/>
                  </a:cubicBezTo>
                  <a:cubicBezTo>
                    <a:pt x="577691" y="1445824"/>
                    <a:pt x="590074" y="1483924"/>
                    <a:pt x="576739" y="1497259"/>
                  </a:cubicBezTo>
                  <a:cubicBezTo>
                    <a:pt x="571976" y="1502022"/>
                    <a:pt x="565309" y="1503927"/>
                    <a:pt x="552926" y="1501070"/>
                  </a:cubicBezTo>
                  <a:cubicBezTo>
                    <a:pt x="543401" y="1482020"/>
                    <a:pt x="543401" y="1462970"/>
                    <a:pt x="546259" y="1447729"/>
                  </a:cubicBezTo>
                  <a:cubicBezTo>
                    <a:pt x="548164" y="1439157"/>
                    <a:pt x="551021" y="1430584"/>
                    <a:pt x="552926" y="1422965"/>
                  </a:cubicBezTo>
                  <a:cubicBezTo>
                    <a:pt x="556736" y="1412487"/>
                    <a:pt x="560546" y="1402962"/>
                    <a:pt x="565309" y="1393437"/>
                  </a:cubicBezTo>
                  <a:cubicBezTo>
                    <a:pt x="600551" y="1326762"/>
                    <a:pt x="669131" y="1281042"/>
                    <a:pt x="749141" y="1281042"/>
                  </a:cubicBezTo>
                  <a:close/>
                  <a:moveTo>
                    <a:pt x="164306" y="969574"/>
                  </a:moveTo>
                  <a:cubicBezTo>
                    <a:pt x="157639" y="975289"/>
                    <a:pt x="147161" y="975289"/>
                    <a:pt x="140494" y="968622"/>
                  </a:cubicBezTo>
                  <a:cubicBezTo>
                    <a:pt x="54769" y="894327"/>
                    <a:pt x="45244" y="763834"/>
                    <a:pt x="118586" y="678109"/>
                  </a:cubicBezTo>
                  <a:cubicBezTo>
                    <a:pt x="123349" y="672394"/>
                    <a:pt x="129064" y="667632"/>
                    <a:pt x="133826" y="661917"/>
                  </a:cubicBezTo>
                  <a:cubicBezTo>
                    <a:pt x="133826" y="661917"/>
                    <a:pt x="134779" y="661917"/>
                    <a:pt x="134779" y="661917"/>
                  </a:cubicBezTo>
                  <a:lnTo>
                    <a:pt x="153829" y="691444"/>
                  </a:lnTo>
                  <a:cubicBezTo>
                    <a:pt x="153829" y="691444"/>
                    <a:pt x="153829" y="691444"/>
                    <a:pt x="153829" y="692397"/>
                  </a:cubicBezTo>
                  <a:cubicBezTo>
                    <a:pt x="150971" y="695254"/>
                    <a:pt x="148114" y="698112"/>
                    <a:pt x="146209" y="700969"/>
                  </a:cubicBezTo>
                  <a:cubicBezTo>
                    <a:pt x="84296" y="772407"/>
                    <a:pt x="92869" y="880992"/>
                    <a:pt x="165259" y="942904"/>
                  </a:cubicBezTo>
                  <a:cubicBezTo>
                    <a:pt x="172879" y="949572"/>
                    <a:pt x="172879" y="961954"/>
                    <a:pt x="164306" y="96957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Arial"/>
                <a:ea typeface="Arial"/>
                <a:cs typeface="Arial"/>
                <a:sym typeface="Arial"/>
              </a:endParaRPr>
            </a:p>
          </p:txBody>
        </p:sp>
        <p:sp>
          <p:nvSpPr>
            <p:cNvPr id="322" name="Google Shape;322;g1a42daebaef_0_534"/>
            <p:cNvSpPr/>
            <p:nvPr/>
          </p:nvSpPr>
          <p:spPr>
            <a:xfrm>
              <a:off x="8319409" y="2396187"/>
              <a:ext cx="885825" cy="1647825"/>
            </a:xfrm>
            <a:custGeom>
              <a:rect b="b" l="l" r="r" t="t"/>
              <a:pathLst>
                <a:path extrusionOk="0" h="1647825" w="885825">
                  <a:moveTo>
                    <a:pt x="320891" y="1394389"/>
                  </a:moveTo>
                  <a:cubicBezTo>
                    <a:pt x="325654" y="1403914"/>
                    <a:pt x="330416" y="1413439"/>
                    <a:pt x="333274" y="1423917"/>
                  </a:cubicBezTo>
                  <a:cubicBezTo>
                    <a:pt x="336131" y="1431537"/>
                    <a:pt x="338036" y="1440109"/>
                    <a:pt x="339941" y="1448682"/>
                  </a:cubicBezTo>
                  <a:cubicBezTo>
                    <a:pt x="342799" y="1463922"/>
                    <a:pt x="342799" y="1482972"/>
                    <a:pt x="333274" y="1502022"/>
                  </a:cubicBezTo>
                  <a:cubicBezTo>
                    <a:pt x="320891" y="1503927"/>
                    <a:pt x="314224" y="1502022"/>
                    <a:pt x="309461" y="1498212"/>
                  </a:cubicBezTo>
                  <a:cubicBezTo>
                    <a:pt x="296126" y="1484877"/>
                    <a:pt x="308509" y="1446777"/>
                    <a:pt x="294221" y="1422964"/>
                  </a:cubicBezTo>
                  <a:cubicBezTo>
                    <a:pt x="289459" y="1412487"/>
                    <a:pt x="284696" y="1402962"/>
                    <a:pt x="278029" y="1393437"/>
                  </a:cubicBezTo>
                  <a:cubicBezTo>
                    <a:pt x="247549" y="1347717"/>
                    <a:pt x="195161" y="1318189"/>
                    <a:pt x="136106" y="1318189"/>
                  </a:cubicBezTo>
                  <a:cubicBezTo>
                    <a:pt x="129439" y="1318189"/>
                    <a:pt x="121819" y="1318189"/>
                    <a:pt x="115151" y="1319142"/>
                  </a:cubicBezTo>
                  <a:cubicBezTo>
                    <a:pt x="108484" y="1320095"/>
                    <a:pt x="101816" y="1321047"/>
                    <a:pt x="95149" y="1322952"/>
                  </a:cubicBezTo>
                  <a:cubicBezTo>
                    <a:pt x="8471" y="1340097"/>
                    <a:pt x="-1054" y="1425822"/>
                    <a:pt x="27521" y="1492497"/>
                  </a:cubicBezTo>
                  <a:cubicBezTo>
                    <a:pt x="45619" y="1534407"/>
                    <a:pt x="74194" y="1564887"/>
                    <a:pt x="108484" y="1585842"/>
                  </a:cubicBezTo>
                  <a:cubicBezTo>
                    <a:pt x="115151" y="1589652"/>
                    <a:pt x="122771" y="1593462"/>
                    <a:pt x="129439" y="1597272"/>
                  </a:cubicBezTo>
                  <a:cubicBezTo>
                    <a:pt x="187541" y="1637277"/>
                    <a:pt x="262789" y="1653470"/>
                    <a:pt x="327559" y="1637277"/>
                  </a:cubicBezTo>
                  <a:cubicBezTo>
                    <a:pt x="338036" y="1634420"/>
                    <a:pt x="348514" y="1631562"/>
                    <a:pt x="358991" y="1626800"/>
                  </a:cubicBezTo>
                  <a:cubicBezTo>
                    <a:pt x="464719" y="1596320"/>
                    <a:pt x="512344" y="1501070"/>
                    <a:pt x="503771" y="1392484"/>
                  </a:cubicBezTo>
                  <a:cubicBezTo>
                    <a:pt x="503771" y="1384864"/>
                    <a:pt x="503771" y="1378197"/>
                    <a:pt x="502819" y="1370577"/>
                  </a:cubicBezTo>
                  <a:cubicBezTo>
                    <a:pt x="501866" y="1362957"/>
                    <a:pt x="500914" y="1356289"/>
                    <a:pt x="499961" y="1349622"/>
                  </a:cubicBezTo>
                  <a:cubicBezTo>
                    <a:pt x="503771" y="1349622"/>
                    <a:pt x="507581" y="1349622"/>
                    <a:pt x="512344" y="1349622"/>
                  </a:cubicBezTo>
                  <a:cubicBezTo>
                    <a:pt x="522821" y="1349622"/>
                    <a:pt x="534251" y="1348670"/>
                    <a:pt x="544729" y="1346764"/>
                  </a:cubicBezTo>
                  <a:cubicBezTo>
                    <a:pt x="627596" y="1339145"/>
                    <a:pt x="694271" y="1272470"/>
                    <a:pt x="713321" y="1186744"/>
                  </a:cubicBezTo>
                  <a:cubicBezTo>
                    <a:pt x="732371" y="1072444"/>
                    <a:pt x="637121" y="1072444"/>
                    <a:pt x="570446" y="1024819"/>
                  </a:cubicBezTo>
                  <a:cubicBezTo>
                    <a:pt x="551396" y="1101019"/>
                    <a:pt x="503771" y="1167694"/>
                    <a:pt x="426619" y="1182934"/>
                  </a:cubicBezTo>
                  <a:cubicBezTo>
                    <a:pt x="417094" y="1185792"/>
                    <a:pt x="407569" y="1187697"/>
                    <a:pt x="398044" y="1188650"/>
                  </a:cubicBezTo>
                  <a:cubicBezTo>
                    <a:pt x="388519" y="1189602"/>
                    <a:pt x="378994" y="1190554"/>
                    <a:pt x="368516" y="1190554"/>
                  </a:cubicBezTo>
                  <a:cubicBezTo>
                    <a:pt x="311366" y="1190554"/>
                    <a:pt x="259931" y="1167694"/>
                    <a:pt x="222784" y="1130547"/>
                  </a:cubicBezTo>
                  <a:cubicBezTo>
                    <a:pt x="215164" y="1122927"/>
                    <a:pt x="208496" y="1115307"/>
                    <a:pt x="201829" y="1106734"/>
                  </a:cubicBezTo>
                  <a:cubicBezTo>
                    <a:pt x="189446" y="1072444"/>
                    <a:pt x="160871" y="1053394"/>
                    <a:pt x="164681" y="1018152"/>
                  </a:cubicBezTo>
                  <a:cubicBezTo>
                    <a:pt x="162776" y="1007674"/>
                    <a:pt x="161824" y="996244"/>
                    <a:pt x="161824" y="984814"/>
                  </a:cubicBezTo>
                  <a:cubicBezTo>
                    <a:pt x="161824" y="976242"/>
                    <a:pt x="168491" y="967669"/>
                    <a:pt x="177064" y="966717"/>
                  </a:cubicBezTo>
                  <a:cubicBezTo>
                    <a:pt x="188494" y="964812"/>
                    <a:pt x="198019" y="973384"/>
                    <a:pt x="198019" y="983862"/>
                  </a:cubicBezTo>
                  <a:cubicBezTo>
                    <a:pt x="198019" y="1078159"/>
                    <a:pt x="275171" y="1155312"/>
                    <a:pt x="369469" y="1155312"/>
                  </a:cubicBezTo>
                  <a:cubicBezTo>
                    <a:pt x="380899" y="1155312"/>
                    <a:pt x="392329" y="1154359"/>
                    <a:pt x="403759" y="1151502"/>
                  </a:cubicBezTo>
                  <a:cubicBezTo>
                    <a:pt x="415189" y="1149597"/>
                    <a:pt x="425666" y="1145787"/>
                    <a:pt x="435191" y="1141977"/>
                  </a:cubicBezTo>
                  <a:cubicBezTo>
                    <a:pt x="485674" y="1129594"/>
                    <a:pt x="514249" y="1101019"/>
                    <a:pt x="525679" y="1053394"/>
                  </a:cubicBezTo>
                  <a:cubicBezTo>
                    <a:pt x="530441" y="1042917"/>
                    <a:pt x="533299" y="1032439"/>
                    <a:pt x="536156" y="1021962"/>
                  </a:cubicBezTo>
                  <a:cubicBezTo>
                    <a:pt x="539014" y="1011484"/>
                    <a:pt x="539966" y="1000054"/>
                    <a:pt x="539966" y="988624"/>
                  </a:cubicBezTo>
                  <a:cubicBezTo>
                    <a:pt x="517106" y="955287"/>
                    <a:pt x="503771" y="915282"/>
                    <a:pt x="503771" y="872419"/>
                  </a:cubicBezTo>
                  <a:cubicBezTo>
                    <a:pt x="503771" y="863847"/>
                    <a:pt x="510439" y="855274"/>
                    <a:pt x="519011" y="854322"/>
                  </a:cubicBezTo>
                  <a:cubicBezTo>
                    <a:pt x="530441" y="852417"/>
                    <a:pt x="539966" y="860989"/>
                    <a:pt x="539966" y="871467"/>
                  </a:cubicBezTo>
                  <a:cubicBezTo>
                    <a:pt x="539966" y="965764"/>
                    <a:pt x="617119" y="1042917"/>
                    <a:pt x="711416" y="1042917"/>
                  </a:cubicBezTo>
                  <a:cubicBezTo>
                    <a:pt x="715226" y="1042917"/>
                    <a:pt x="718084" y="1042917"/>
                    <a:pt x="721894" y="1042917"/>
                  </a:cubicBezTo>
                  <a:cubicBezTo>
                    <a:pt x="813334" y="1009579"/>
                    <a:pt x="879056" y="921949"/>
                    <a:pt x="879056" y="818127"/>
                  </a:cubicBezTo>
                  <a:cubicBezTo>
                    <a:pt x="879056" y="721924"/>
                    <a:pt x="821906" y="639057"/>
                    <a:pt x="739991" y="600957"/>
                  </a:cubicBezTo>
                  <a:cubicBezTo>
                    <a:pt x="718084" y="612387"/>
                    <a:pt x="693319" y="618102"/>
                    <a:pt x="666649" y="618102"/>
                  </a:cubicBezTo>
                  <a:cubicBezTo>
                    <a:pt x="637121" y="618102"/>
                    <a:pt x="608546" y="610482"/>
                    <a:pt x="583781" y="597147"/>
                  </a:cubicBezTo>
                  <a:cubicBezTo>
                    <a:pt x="575209" y="592384"/>
                    <a:pt x="567589" y="587622"/>
                    <a:pt x="559969" y="580954"/>
                  </a:cubicBezTo>
                  <a:cubicBezTo>
                    <a:pt x="523774" y="539044"/>
                    <a:pt x="485674" y="481894"/>
                    <a:pt x="495199" y="424744"/>
                  </a:cubicBezTo>
                  <a:cubicBezTo>
                    <a:pt x="495199" y="415219"/>
                    <a:pt x="514249" y="415219"/>
                    <a:pt x="523774" y="415219"/>
                  </a:cubicBezTo>
                  <a:cubicBezTo>
                    <a:pt x="523774" y="434269"/>
                    <a:pt x="523774" y="443794"/>
                    <a:pt x="533299" y="465702"/>
                  </a:cubicBezTo>
                  <a:cubicBezTo>
                    <a:pt x="535204" y="474274"/>
                    <a:pt x="538061" y="482847"/>
                    <a:pt x="540919" y="490467"/>
                  </a:cubicBezTo>
                  <a:cubicBezTo>
                    <a:pt x="555206" y="530472"/>
                    <a:pt x="579019" y="564762"/>
                    <a:pt x="624739" y="575239"/>
                  </a:cubicBezTo>
                  <a:cubicBezTo>
                    <a:pt x="631406" y="577144"/>
                    <a:pt x="639026" y="579049"/>
                    <a:pt x="645694" y="580002"/>
                  </a:cubicBezTo>
                  <a:cubicBezTo>
                    <a:pt x="653314" y="580954"/>
                    <a:pt x="659981" y="581907"/>
                    <a:pt x="667601" y="581907"/>
                  </a:cubicBezTo>
                  <a:cubicBezTo>
                    <a:pt x="672364" y="581907"/>
                    <a:pt x="677126" y="581907"/>
                    <a:pt x="682841" y="580954"/>
                  </a:cubicBezTo>
                  <a:cubicBezTo>
                    <a:pt x="692366" y="565714"/>
                    <a:pt x="699034" y="549522"/>
                    <a:pt x="703796" y="532377"/>
                  </a:cubicBezTo>
                  <a:cubicBezTo>
                    <a:pt x="706654" y="523804"/>
                    <a:pt x="708559" y="515232"/>
                    <a:pt x="709511" y="505707"/>
                  </a:cubicBezTo>
                  <a:cubicBezTo>
                    <a:pt x="723799" y="461892"/>
                    <a:pt x="714274" y="423792"/>
                    <a:pt x="704749" y="376167"/>
                  </a:cubicBezTo>
                  <a:cubicBezTo>
                    <a:pt x="676174" y="299967"/>
                    <a:pt x="590449" y="280917"/>
                    <a:pt x="513296" y="293299"/>
                  </a:cubicBezTo>
                  <a:cubicBezTo>
                    <a:pt x="504724" y="295204"/>
                    <a:pt x="496151" y="299014"/>
                    <a:pt x="487579" y="301872"/>
                  </a:cubicBezTo>
                  <a:cubicBezTo>
                    <a:pt x="444716" y="319017"/>
                    <a:pt x="399949" y="347592"/>
                    <a:pt x="352324" y="368547"/>
                  </a:cubicBezTo>
                  <a:cubicBezTo>
                    <a:pt x="345656" y="369499"/>
                    <a:pt x="338989" y="370452"/>
                    <a:pt x="333274" y="370452"/>
                  </a:cubicBezTo>
                  <a:cubicBezTo>
                    <a:pt x="274219" y="370452"/>
                    <a:pt x="221831" y="400932"/>
                    <a:pt x="191351" y="445699"/>
                  </a:cubicBezTo>
                  <a:cubicBezTo>
                    <a:pt x="185636" y="455224"/>
                    <a:pt x="179921" y="464749"/>
                    <a:pt x="175159" y="475227"/>
                  </a:cubicBezTo>
                  <a:cubicBezTo>
                    <a:pt x="161824" y="519042"/>
                    <a:pt x="152299" y="557142"/>
                    <a:pt x="175159" y="608577"/>
                  </a:cubicBezTo>
                  <a:cubicBezTo>
                    <a:pt x="179921" y="619054"/>
                    <a:pt x="184684" y="628579"/>
                    <a:pt x="191351" y="638104"/>
                  </a:cubicBezTo>
                  <a:cubicBezTo>
                    <a:pt x="221831" y="684777"/>
                    <a:pt x="274219" y="715257"/>
                    <a:pt x="332321" y="716209"/>
                  </a:cubicBezTo>
                  <a:cubicBezTo>
                    <a:pt x="336131" y="716209"/>
                    <a:pt x="339941" y="714304"/>
                    <a:pt x="343751" y="717162"/>
                  </a:cubicBezTo>
                  <a:cubicBezTo>
                    <a:pt x="395186" y="712399"/>
                    <a:pt x="444716" y="685729"/>
                    <a:pt x="474244" y="639057"/>
                  </a:cubicBezTo>
                  <a:cubicBezTo>
                    <a:pt x="479959" y="630484"/>
                    <a:pt x="492341" y="627627"/>
                    <a:pt x="500914" y="635247"/>
                  </a:cubicBezTo>
                  <a:cubicBezTo>
                    <a:pt x="507581" y="640962"/>
                    <a:pt x="508534" y="651439"/>
                    <a:pt x="503771" y="658107"/>
                  </a:cubicBezTo>
                  <a:cubicBezTo>
                    <a:pt x="444716" y="749547"/>
                    <a:pt x="325654" y="779074"/>
                    <a:pt x="231356" y="728592"/>
                  </a:cubicBezTo>
                  <a:cubicBezTo>
                    <a:pt x="222784" y="768597"/>
                    <a:pt x="196114" y="801934"/>
                    <a:pt x="160871" y="820032"/>
                  </a:cubicBezTo>
                  <a:cubicBezTo>
                    <a:pt x="152299" y="824794"/>
                    <a:pt x="142774" y="828604"/>
                    <a:pt x="132296" y="830509"/>
                  </a:cubicBezTo>
                  <a:cubicBezTo>
                    <a:pt x="123724" y="837177"/>
                    <a:pt x="111341" y="838129"/>
                    <a:pt x="101816" y="835272"/>
                  </a:cubicBezTo>
                  <a:cubicBezTo>
                    <a:pt x="85624" y="824794"/>
                    <a:pt x="76099" y="815269"/>
                    <a:pt x="97054" y="799077"/>
                  </a:cubicBezTo>
                  <a:cubicBezTo>
                    <a:pt x="104674" y="794314"/>
                    <a:pt x="114199" y="791457"/>
                    <a:pt x="124676" y="796219"/>
                  </a:cubicBezTo>
                  <a:cubicBezTo>
                    <a:pt x="132296" y="794314"/>
                    <a:pt x="140869" y="790504"/>
                    <a:pt x="147536" y="786694"/>
                  </a:cubicBezTo>
                  <a:cubicBezTo>
                    <a:pt x="176111" y="770502"/>
                    <a:pt x="196114" y="740974"/>
                    <a:pt x="198019" y="706684"/>
                  </a:cubicBezTo>
                  <a:cubicBezTo>
                    <a:pt x="181826" y="693349"/>
                    <a:pt x="168491" y="678109"/>
                    <a:pt x="158014" y="661917"/>
                  </a:cubicBezTo>
                  <a:cubicBezTo>
                    <a:pt x="152299" y="653344"/>
                    <a:pt x="147536" y="645724"/>
                    <a:pt x="143726" y="637152"/>
                  </a:cubicBezTo>
                  <a:cubicBezTo>
                    <a:pt x="139916" y="628579"/>
                    <a:pt x="137059" y="620007"/>
                    <a:pt x="134201" y="611434"/>
                  </a:cubicBezTo>
                  <a:cubicBezTo>
                    <a:pt x="131344" y="602862"/>
                    <a:pt x="129439" y="593337"/>
                    <a:pt x="127534" y="584764"/>
                  </a:cubicBezTo>
                  <a:cubicBezTo>
                    <a:pt x="123724" y="530472"/>
                    <a:pt x="114199" y="473322"/>
                    <a:pt x="158966" y="432364"/>
                  </a:cubicBezTo>
                  <a:cubicBezTo>
                    <a:pt x="164681" y="423792"/>
                    <a:pt x="170396" y="415219"/>
                    <a:pt x="177064" y="407599"/>
                  </a:cubicBezTo>
                  <a:cubicBezTo>
                    <a:pt x="197066" y="384739"/>
                    <a:pt x="221831" y="365689"/>
                    <a:pt x="249454" y="353307"/>
                  </a:cubicBezTo>
                  <a:cubicBezTo>
                    <a:pt x="177064" y="320922"/>
                    <a:pt x="126581" y="248532"/>
                    <a:pt x="126581" y="164712"/>
                  </a:cubicBezTo>
                  <a:cubicBezTo>
                    <a:pt x="126581" y="156139"/>
                    <a:pt x="133249" y="147567"/>
                    <a:pt x="141821" y="146614"/>
                  </a:cubicBezTo>
                  <a:cubicBezTo>
                    <a:pt x="153251" y="144709"/>
                    <a:pt x="162776" y="153282"/>
                    <a:pt x="162776" y="163759"/>
                  </a:cubicBezTo>
                  <a:cubicBezTo>
                    <a:pt x="162776" y="175189"/>
                    <a:pt x="163729" y="187572"/>
                    <a:pt x="166586" y="198049"/>
                  </a:cubicBezTo>
                  <a:cubicBezTo>
                    <a:pt x="182779" y="276154"/>
                    <a:pt x="251359" y="335209"/>
                    <a:pt x="334226" y="335209"/>
                  </a:cubicBezTo>
                  <a:cubicBezTo>
                    <a:pt x="344704" y="335209"/>
                    <a:pt x="354229" y="334257"/>
                    <a:pt x="364706" y="332352"/>
                  </a:cubicBezTo>
                  <a:cubicBezTo>
                    <a:pt x="410426" y="328542"/>
                    <a:pt x="458051" y="290442"/>
                    <a:pt x="479959" y="253294"/>
                  </a:cubicBezTo>
                  <a:cubicBezTo>
                    <a:pt x="484721" y="244722"/>
                    <a:pt x="489484" y="236149"/>
                    <a:pt x="493294" y="227577"/>
                  </a:cubicBezTo>
                  <a:cubicBezTo>
                    <a:pt x="524726" y="80892"/>
                    <a:pt x="381851" y="-4833"/>
                    <a:pt x="261836" y="8502"/>
                  </a:cubicBezTo>
                  <a:cubicBezTo>
                    <a:pt x="250406" y="8502"/>
                    <a:pt x="239929" y="10407"/>
                    <a:pt x="228499" y="12312"/>
                  </a:cubicBezTo>
                  <a:cubicBezTo>
                    <a:pt x="195161" y="18027"/>
                    <a:pt x="163729" y="30409"/>
                    <a:pt x="135154" y="50412"/>
                  </a:cubicBezTo>
                  <a:cubicBezTo>
                    <a:pt x="125629" y="57079"/>
                    <a:pt x="117056" y="63747"/>
                    <a:pt x="108484" y="71367"/>
                  </a:cubicBezTo>
                  <a:cubicBezTo>
                    <a:pt x="66574" y="109467"/>
                    <a:pt x="37046" y="161854"/>
                    <a:pt x="30379" y="221862"/>
                  </a:cubicBezTo>
                  <a:lnTo>
                    <a:pt x="28474" y="220909"/>
                  </a:lnTo>
                  <a:cubicBezTo>
                    <a:pt x="28474" y="220909"/>
                    <a:pt x="28474" y="243769"/>
                    <a:pt x="28474" y="280917"/>
                  </a:cubicBezTo>
                  <a:cubicBezTo>
                    <a:pt x="28474" y="290442"/>
                    <a:pt x="28474" y="299967"/>
                    <a:pt x="28474" y="311397"/>
                  </a:cubicBezTo>
                  <a:cubicBezTo>
                    <a:pt x="20854" y="415219"/>
                    <a:pt x="-7721" y="510469"/>
                    <a:pt x="17044" y="619054"/>
                  </a:cubicBezTo>
                  <a:cubicBezTo>
                    <a:pt x="17996" y="629532"/>
                    <a:pt x="19901" y="640009"/>
                    <a:pt x="21806" y="650487"/>
                  </a:cubicBezTo>
                  <a:cubicBezTo>
                    <a:pt x="23711" y="660964"/>
                    <a:pt x="25616" y="671442"/>
                    <a:pt x="28474" y="681919"/>
                  </a:cubicBezTo>
                  <a:cubicBezTo>
                    <a:pt x="28474" y="690492"/>
                    <a:pt x="29426" y="699064"/>
                    <a:pt x="29426" y="707637"/>
                  </a:cubicBezTo>
                  <a:cubicBezTo>
                    <a:pt x="29426" y="767644"/>
                    <a:pt x="58001" y="834319"/>
                    <a:pt x="38951" y="891469"/>
                  </a:cubicBezTo>
                  <a:cubicBezTo>
                    <a:pt x="67526" y="891469"/>
                    <a:pt x="86576" y="853369"/>
                    <a:pt x="117056" y="857179"/>
                  </a:cubicBezTo>
                  <a:cubicBezTo>
                    <a:pt x="126581" y="855274"/>
                    <a:pt x="137059" y="854322"/>
                    <a:pt x="147536" y="854322"/>
                  </a:cubicBezTo>
                  <a:cubicBezTo>
                    <a:pt x="156109" y="855274"/>
                    <a:pt x="165634" y="857179"/>
                    <a:pt x="174206" y="859084"/>
                  </a:cubicBezTo>
                  <a:cubicBezTo>
                    <a:pt x="256121" y="881944"/>
                    <a:pt x="303746" y="967669"/>
                    <a:pt x="280886" y="1049584"/>
                  </a:cubicBezTo>
                  <a:cubicBezTo>
                    <a:pt x="278981" y="1056252"/>
                    <a:pt x="273266" y="1060062"/>
                    <a:pt x="266599" y="1060062"/>
                  </a:cubicBezTo>
                  <a:cubicBezTo>
                    <a:pt x="258026" y="1059109"/>
                    <a:pt x="253264" y="1050537"/>
                    <a:pt x="255169" y="1042917"/>
                  </a:cubicBezTo>
                  <a:cubicBezTo>
                    <a:pt x="274219" y="974337"/>
                    <a:pt x="235166" y="903852"/>
                    <a:pt x="166586" y="884802"/>
                  </a:cubicBezTo>
                  <a:cubicBezTo>
                    <a:pt x="158014" y="881944"/>
                    <a:pt x="148489" y="880992"/>
                    <a:pt x="139916" y="880039"/>
                  </a:cubicBezTo>
                  <a:cubicBezTo>
                    <a:pt x="131344" y="879087"/>
                    <a:pt x="122771" y="879087"/>
                    <a:pt x="115151" y="880039"/>
                  </a:cubicBezTo>
                  <a:cubicBezTo>
                    <a:pt x="107531" y="880992"/>
                    <a:pt x="99911" y="882897"/>
                    <a:pt x="94196" y="885754"/>
                  </a:cubicBezTo>
                  <a:cubicBezTo>
                    <a:pt x="57049" y="900042"/>
                    <a:pt x="37999" y="938142"/>
                    <a:pt x="29426" y="975289"/>
                  </a:cubicBezTo>
                  <a:cubicBezTo>
                    <a:pt x="27521" y="985767"/>
                    <a:pt x="25616" y="996244"/>
                    <a:pt x="23711" y="1006722"/>
                  </a:cubicBezTo>
                  <a:cubicBezTo>
                    <a:pt x="9424" y="1101019"/>
                    <a:pt x="11329" y="1195317"/>
                    <a:pt x="26569" y="1287709"/>
                  </a:cubicBezTo>
                  <a:cubicBezTo>
                    <a:pt x="26569" y="1302950"/>
                    <a:pt x="26569" y="1312475"/>
                    <a:pt x="26569" y="1312475"/>
                  </a:cubicBezTo>
                  <a:cubicBezTo>
                    <a:pt x="58001" y="1292472"/>
                    <a:pt x="96101" y="1281042"/>
                    <a:pt x="136106" y="1281042"/>
                  </a:cubicBezTo>
                  <a:cubicBezTo>
                    <a:pt x="217069" y="1282947"/>
                    <a:pt x="285649" y="1328667"/>
                    <a:pt x="320891" y="1394389"/>
                  </a:cubicBezTo>
                  <a:close/>
                  <a:moveTo>
                    <a:pt x="721894" y="944809"/>
                  </a:moveTo>
                  <a:cubicBezTo>
                    <a:pt x="793331" y="882897"/>
                    <a:pt x="801904" y="775264"/>
                    <a:pt x="740944" y="702874"/>
                  </a:cubicBezTo>
                  <a:cubicBezTo>
                    <a:pt x="738086" y="700017"/>
                    <a:pt x="736181" y="697159"/>
                    <a:pt x="733324" y="694302"/>
                  </a:cubicBezTo>
                  <a:cubicBezTo>
                    <a:pt x="733324" y="694302"/>
                    <a:pt x="733324" y="694302"/>
                    <a:pt x="733324" y="693349"/>
                  </a:cubicBezTo>
                  <a:lnTo>
                    <a:pt x="752374" y="663822"/>
                  </a:lnTo>
                  <a:cubicBezTo>
                    <a:pt x="752374" y="663822"/>
                    <a:pt x="753326" y="663822"/>
                    <a:pt x="753326" y="663822"/>
                  </a:cubicBezTo>
                  <a:cubicBezTo>
                    <a:pt x="759041" y="668584"/>
                    <a:pt x="763804" y="674299"/>
                    <a:pt x="768566" y="680014"/>
                  </a:cubicBezTo>
                  <a:cubicBezTo>
                    <a:pt x="842861" y="766692"/>
                    <a:pt x="832384" y="896232"/>
                    <a:pt x="746659" y="970527"/>
                  </a:cubicBezTo>
                  <a:cubicBezTo>
                    <a:pt x="739991" y="976242"/>
                    <a:pt x="729514" y="977194"/>
                    <a:pt x="722846" y="971479"/>
                  </a:cubicBezTo>
                  <a:cubicBezTo>
                    <a:pt x="713321" y="963859"/>
                    <a:pt x="714274" y="951477"/>
                    <a:pt x="721894" y="94480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2626"/>
                </a:solidFill>
                <a:latin typeface="Arial"/>
                <a:ea typeface="Arial"/>
                <a:cs typeface="Arial"/>
                <a:sym typeface="Arial"/>
              </a:endParaRPr>
            </a:p>
          </p:txBody>
        </p:sp>
      </p:grpSp>
      <p:sp>
        <p:nvSpPr>
          <p:cNvPr id="323" name="Google Shape;323;g1a42daebaef_0_534"/>
          <p:cNvSpPr txBox="1"/>
          <p:nvPr/>
        </p:nvSpPr>
        <p:spPr>
          <a:xfrm>
            <a:off x="840558" y="-4386"/>
            <a:ext cx="60942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ru-KZ" sz="4400" u="none" cap="none" strike="noStrike">
                <a:solidFill>
                  <a:schemeClr val="dk1"/>
                </a:solidFill>
                <a:latin typeface="Quattrocento Sans"/>
                <a:ea typeface="Quattrocento Sans"/>
                <a:cs typeface="Quattrocento Sans"/>
                <a:sym typeface="Quattrocento Sans"/>
              </a:rPr>
              <a:t>Methodology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1a42daebaef_0_670"/>
          <p:cNvSpPr txBox="1"/>
          <p:nvPr/>
        </p:nvSpPr>
        <p:spPr>
          <a:xfrm>
            <a:off x="2962200" y="1694325"/>
            <a:ext cx="6443100" cy="2586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900"/>
              <a:buFont typeface="Arial"/>
              <a:buNone/>
            </a:pPr>
            <a:r>
              <a:rPr b="0" i="0" lang="ru-KZ" sz="3900" u="none" cap="none" strike="noStrike">
                <a:solidFill>
                  <a:srgbClr val="000000"/>
                </a:solidFill>
                <a:latin typeface="Quattrocento Sans"/>
                <a:ea typeface="Quattrocento Sans"/>
                <a:cs typeface="Quattrocento Sans"/>
                <a:sym typeface="Quattrocento Sans"/>
              </a:rPr>
              <a:t>What have we done </a:t>
            </a:r>
            <a:endParaRPr b="0" i="0" sz="3900" u="none" cap="none" strike="noStrike">
              <a:solidFill>
                <a:srgbClr val="000000"/>
              </a:solidFill>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rgbClr val="000000"/>
              </a:buClr>
              <a:buSzPts val="3900"/>
              <a:buFont typeface="Arial"/>
              <a:buNone/>
            </a:pPr>
            <a:r>
              <a:rPr b="0" i="0" lang="ru-KZ" sz="3900" u="none" cap="none" strike="noStrike">
                <a:solidFill>
                  <a:srgbClr val="000000"/>
                </a:solidFill>
                <a:latin typeface="Quattrocento Sans"/>
                <a:ea typeface="Quattrocento Sans"/>
                <a:cs typeface="Quattrocento Sans"/>
                <a:sym typeface="Quattrocento Sans"/>
              </a:rPr>
              <a:t>OR </a:t>
            </a:r>
            <a:endParaRPr b="0" i="0" sz="3900" u="none" cap="none" strike="noStrike">
              <a:solidFill>
                <a:srgbClr val="000000"/>
              </a:solidFill>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rgbClr val="000000"/>
              </a:buClr>
              <a:buSzPts val="3900"/>
              <a:buFont typeface="Arial"/>
              <a:buNone/>
            </a:pPr>
            <a:r>
              <a:rPr b="0" i="0" lang="ru-KZ" sz="3900" u="none" cap="none" strike="noStrike">
                <a:solidFill>
                  <a:srgbClr val="000000"/>
                </a:solidFill>
                <a:latin typeface="Quattrocento Sans"/>
                <a:ea typeface="Quattrocento Sans"/>
                <a:cs typeface="Quattrocento Sans"/>
                <a:sym typeface="Quattrocento Sans"/>
              </a:rPr>
              <a:t>The current state of the Project</a:t>
            </a:r>
            <a:endParaRPr b="0" i="0" sz="3900" u="none" cap="none" strike="noStrike">
              <a:solidFill>
                <a:srgbClr val="000000"/>
              </a:solidFill>
              <a:latin typeface="Quattrocento Sans"/>
              <a:ea typeface="Quattrocento Sans"/>
              <a:cs typeface="Quattrocento Sans"/>
              <a:sym typeface="Quattrocen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
          <p:cNvSpPr txBox="1"/>
          <p:nvPr/>
        </p:nvSpPr>
        <p:spPr>
          <a:xfrm>
            <a:off x="297976" y="292875"/>
            <a:ext cx="95454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90000"/>
              </a:lnSpc>
              <a:spcBef>
                <a:spcPts val="0"/>
              </a:spcBef>
              <a:spcAft>
                <a:spcPts val="0"/>
              </a:spcAft>
              <a:buClr>
                <a:schemeClr val="dk1"/>
              </a:buClr>
              <a:buSzPts val="3200"/>
              <a:buFont typeface="Calibri"/>
              <a:buNone/>
            </a:pPr>
            <a:r>
              <a:rPr b="0" i="0" lang="ru-KZ" sz="3200" u="none" cap="none" strike="noStrike">
                <a:solidFill>
                  <a:schemeClr val="dk1"/>
                </a:solidFill>
                <a:latin typeface="Calibri"/>
                <a:ea typeface="Calibri"/>
                <a:cs typeface="Calibri"/>
                <a:sym typeface="Calibri"/>
              </a:rPr>
              <a:t>A semantic model of the Kazakh language (V-1.0).</a:t>
            </a:r>
            <a:endParaRPr b="0" i="0" sz="3000" u="none" cap="none" strike="noStrike">
              <a:solidFill>
                <a:schemeClr val="dk1"/>
              </a:solidFill>
              <a:latin typeface="Calibri"/>
              <a:ea typeface="Calibri"/>
              <a:cs typeface="Calibri"/>
              <a:sym typeface="Calibri"/>
            </a:endParaRPr>
          </a:p>
        </p:txBody>
      </p:sp>
      <p:graphicFrame>
        <p:nvGraphicFramePr>
          <p:cNvPr id="335" name="Google Shape;335;p3"/>
          <p:cNvGraphicFramePr/>
          <p:nvPr/>
        </p:nvGraphicFramePr>
        <p:xfrm>
          <a:off x="1758462" y="1600200"/>
          <a:ext cx="3000000" cy="3000000"/>
        </p:xfrm>
        <a:graphic>
          <a:graphicData uri="http://schemas.openxmlformats.org/drawingml/2006/table">
            <a:tbl>
              <a:tblPr>
                <a:noFill/>
                <a:tableStyleId>{9D6BDA45-E7E4-4DCE-B36C-DCDEA03054B0}</a:tableStyleId>
              </a:tblPr>
              <a:tblGrid>
                <a:gridCol w="2074375"/>
              </a:tblGrid>
              <a:tr h="254000">
                <a:tc>
                  <a:txBody>
                    <a:bodyPr/>
                    <a:lstStyle/>
                    <a:p>
                      <a:pPr indent="0" lvl="0" marL="0" marR="0" rtl="0" algn="l">
                        <a:lnSpc>
                          <a:spcPct val="100000"/>
                        </a:lnSpc>
                        <a:spcBef>
                          <a:spcPts val="0"/>
                        </a:spcBef>
                        <a:spcAft>
                          <a:spcPts val="0"/>
                        </a:spcAft>
                        <a:buClr>
                          <a:srgbClr val="000000"/>
                        </a:buClr>
                        <a:buSzPts val="2000"/>
                        <a:buFont typeface="Arial"/>
                        <a:buNone/>
                      </a:pPr>
                      <a:r>
                        <a:rPr b="1" i="1" lang="ru-KZ" sz="2000" u="none" cap="none" strike="noStrike">
                          <a:solidFill>
                            <a:schemeClr val="dk2"/>
                          </a:solidFill>
                        </a:rPr>
                        <a:t>&lt;BLANK&gt; O</a:t>
                      </a:r>
                      <a:endParaRPr b="1" i="1" sz="2000" u="none" cap="none" strike="noStrike">
                        <a:solidFill>
                          <a:schemeClr val="dk2"/>
                        </a:solidFill>
                        <a:latin typeface="Calibri"/>
                        <a:ea typeface="Calibri"/>
                        <a:cs typeface="Calibri"/>
                        <a:sym typeface="Calibri"/>
                      </a:endParaRPr>
                    </a:p>
                  </a:txBody>
                  <a:tcPr marT="0" marB="0" marR="68575" marL="68575"/>
                </a:tc>
              </a:tr>
              <a:tr h="254000">
                <a:tc>
                  <a:txBody>
                    <a:bodyPr/>
                    <a:lstStyle/>
                    <a:p>
                      <a:pPr indent="0" lvl="0" marL="0" marR="0" rtl="0" algn="l">
                        <a:lnSpc>
                          <a:spcPct val="100000"/>
                        </a:lnSpc>
                        <a:spcBef>
                          <a:spcPts val="0"/>
                        </a:spcBef>
                        <a:spcAft>
                          <a:spcPts val="0"/>
                        </a:spcAft>
                        <a:buClr>
                          <a:srgbClr val="000000"/>
                        </a:buClr>
                        <a:buSzPts val="2000"/>
                        <a:buFont typeface="Arial"/>
                        <a:buNone/>
                      </a:pPr>
                      <a:r>
                        <a:rPr lang="ru-KZ" sz="2000" u="none" cap="none" strike="noStrike"/>
                        <a:t>Position</a:t>
                      </a:r>
                      <a:endParaRPr b="1" i="1" sz="2600" u="none" cap="none" strike="noStrike">
                        <a:solidFill>
                          <a:schemeClr val="dk2"/>
                        </a:solidFill>
                        <a:highlight>
                          <a:srgbClr val="000080"/>
                        </a:highlight>
                        <a:latin typeface="Calibri"/>
                        <a:ea typeface="Calibri"/>
                        <a:cs typeface="Calibri"/>
                        <a:sym typeface="Calibri"/>
                      </a:endParaRPr>
                    </a:p>
                  </a:txBody>
                  <a:tcPr marT="0" marB="0" marR="68575" marL="68575">
                    <a:solidFill>
                      <a:srgbClr val="A4C2F4"/>
                    </a:solidFill>
                  </a:tcPr>
                </a:tc>
              </a:tr>
              <a:tr h="254000">
                <a:tc>
                  <a:txBody>
                    <a:bodyPr/>
                    <a:lstStyle/>
                    <a:p>
                      <a:pPr indent="0" lvl="0" marL="0" marR="0" rtl="0" algn="l">
                        <a:lnSpc>
                          <a:spcPct val="100000"/>
                        </a:lnSpc>
                        <a:spcBef>
                          <a:spcPts val="0"/>
                        </a:spcBef>
                        <a:spcAft>
                          <a:spcPts val="0"/>
                        </a:spcAft>
                        <a:buClr>
                          <a:srgbClr val="000000"/>
                        </a:buClr>
                        <a:buSzPts val="2000"/>
                        <a:buFont typeface="Arial"/>
                        <a:buNone/>
                      </a:pPr>
                      <a:r>
                        <a:rPr b="1" i="1" lang="ru-KZ" sz="2000" u="none" cap="none" strike="noStrike">
                          <a:solidFill>
                            <a:schemeClr val="dk2"/>
                          </a:solidFill>
                        </a:rPr>
                        <a:t>Agent</a:t>
                      </a:r>
                      <a:endParaRPr b="1" i="1" sz="2000" u="none" cap="none" strike="noStrike">
                        <a:solidFill>
                          <a:schemeClr val="dk2"/>
                        </a:solidFill>
                        <a:latin typeface="Calibri"/>
                        <a:ea typeface="Calibri"/>
                        <a:cs typeface="Calibri"/>
                        <a:sym typeface="Calibri"/>
                      </a:endParaRPr>
                    </a:p>
                  </a:txBody>
                  <a:tcPr marT="0" marB="0" marR="68575" marL="68575"/>
                </a:tc>
              </a:tr>
              <a:tr h="254000">
                <a:tc>
                  <a:txBody>
                    <a:bodyPr/>
                    <a:lstStyle/>
                    <a:p>
                      <a:pPr indent="0" lvl="0" marL="0" marR="0" rtl="0" algn="l">
                        <a:lnSpc>
                          <a:spcPct val="100000"/>
                        </a:lnSpc>
                        <a:spcBef>
                          <a:spcPts val="0"/>
                        </a:spcBef>
                        <a:spcAft>
                          <a:spcPts val="0"/>
                        </a:spcAft>
                        <a:buClr>
                          <a:srgbClr val="000000"/>
                        </a:buClr>
                        <a:buSzPts val="2000"/>
                        <a:buFont typeface="Arial"/>
                        <a:buNone/>
                      </a:pPr>
                      <a:r>
                        <a:rPr b="1" i="1" lang="ru-KZ" sz="2000" u="none" cap="none" strike="noStrike">
                          <a:solidFill>
                            <a:schemeClr val="dk2"/>
                          </a:solidFill>
                        </a:rPr>
                        <a:t>Object</a:t>
                      </a:r>
                      <a:endParaRPr b="1" i="1" sz="2000" u="none" cap="none" strike="noStrike">
                        <a:solidFill>
                          <a:schemeClr val="dk2"/>
                        </a:solidFill>
                        <a:latin typeface="Calibri"/>
                        <a:ea typeface="Calibri"/>
                        <a:cs typeface="Calibri"/>
                        <a:sym typeface="Calibri"/>
                      </a:endParaRPr>
                    </a:p>
                  </a:txBody>
                  <a:tcPr marT="0" marB="0" marR="68575" marL="68575"/>
                </a:tc>
              </a:tr>
              <a:tr h="254000">
                <a:tc>
                  <a:txBody>
                    <a:bodyPr/>
                    <a:lstStyle/>
                    <a:p>
                      <a:pPr indent="0" lvl="0" marL="0" marR="0" rtl="0" algn="l">
                        <a:lnSpc>
                          <a:spcPct val="100000"/>
                        </a:lnSpc>
                        <a:spcBef>
                          <a:spcPts val="0"/>
                        </a:spcBef>
                        <a:spcAft>
                          <a:spcPts val="0"/>
                        </a:spcAft>
                        <a:buClr>
                          <a:srgbClr val="000000"/>
                        </a:buClr>
                        <a:buSzPts val="2000"/>
                        <a:buFont typeface="Arial"/>
                        <a:buNone/>
                      </a:pPr>
                      <a:r>
                        <a:rPr b="1" i="1" lang="ru-KZ" sz="2000" u="none" cap="none" strike="noStrike">
                          <a:solidFill>
                            <a:schemeClr val="dk2"/>
                          </a:solidFill>
                        </a:rPr>
                        <a:t>Doer</a:t>
                      </a:r>
                      <a:endParaRPr b="1" i="1" sz="2000" u="none" cap="none" strike="noStrike">
                        <a:solidFill>
                          <a:schemeClr val="dk2"/>
                        </a:solidFill>
                        <a:latin typeface="Calibri"/>
                        <a:ea typeface="Calibri"/>
                        <a:cs typeface="Calibri"/>
                        <a:sym typeface="Calibri"/>
                      </a:endParaRPr>
                    </a:p>
                  </a:txBody>
                  <a:tcPr marT="0" marB="0" marR="68575" marL="68575"/>
                </a:tc>
              </a:tr>
              <a:tr h="254000">
                <a:tc>
                  <a:txBody>
                    <a:bodyPr/>
                    <a:lstStyle/>
                    <a:p>
                      <a:pPr indent="0" lvl="0" marL="0" marR="0" rtl="0" algn="l">
                        <a:lnSpc>
                          <a:spcPct val="100000"/>
                        </a:lnSpc>
                        <a:spcBef>
                          <a:spcPts val="0"/>
                        </a:spcBef>
                        <a:spcAft>
                          <a:spcPts val="0"/>
                        </a:spcAft>
                        <a:buClr>
                          <a:srgbClr val="000000"/>
                        </a:buClr>
                        <a:buSzPts val="2000"/>
                        <a:buFont typeface="Arial"/>
                        <a:buNone/>
                      </a:pPr>
                      <a:r>
                        <a:rPr b="1" i="1" lang="ru-KZ" sz="2000" u="none" cap="none" strike="noStrike">
                          <a:solidFill>
                            <a:schemeClr val="dk2"/>
                          </a:solidFill>
                        </a:rPr>
                        <a:t>Location</a:t>
                      </a:r>
                      <a:endParaRPr b="1" i="1" sz="2000" u="none" cap="none" strike="noStrike">
                        <a:solidFill>
                          <a:schemeClr val="dk2"/>
                        </a:solidFill>
                        <a:latin typeface="Calibri"/>
                        <a:ea typeface="Calibri"/>
                        <a:cs typeface="Calibri"/>
                        <a:sym typeface="Calibri"/>
                      </a:endParaRPr>
                    </a:p>
                  </a:txBody>
                  <a:tcPr marT="0" marB="0" marR="68575" marL="68575"/>
                </a:tc>
              </a:tr>
              <a:tr h="254000">
                <a:tc>
                  <a:txBody>
                    <a:bodyPr/>
                    <a:lstStyle/>
                    <a:p>
                      <a:pPr indent="0" lvl="0" marL="0" marR="0" rtl="0" algn="l">
                        <a:lnSpc>
                          <a:spcPct val="100000"/>
                        </a:lnSpc>
                        <a:spcBef>
                          <a:spcPts val="0"/>
                        </a:spcBef>
                        <a:spcAft>
                          <a:spcPts val="0"/>
                        </a:spcAft>
                        <a:buClr>
                          <a:srgbClr val="000000"/>
                        </a:buClr>
                        <a:buSzPts val="2000"/>
                        <a:buFont typeface="Arial"/>
                        <a:buNone/>
                      </a:pPr>
                      <a:r>
                        <a:rPr b="1" i="1" lang="ru-KZ" sz="2000" u="none" cap="none" strike="noStrike">
                          <a:solidFill>
                            <a:schemeClr val="dk2"/>
                          </a:solidFill>
                        </a:rPr>
                        <a:t>Target</a:t>
                      </a:r>
                      <a:endParaRPr b="1" i="1" sz="2000" u="none" cap="none" strike="noStrike">
                        <a:solidFill>
                          <a:schemeClr val="dk2"/>
                        </a:solidFill>
                        <a:latin typeface="Calibri"/>
                        <a:ea typeface="Calibri"/>
                        <a:cs typeface="Calibri"/>
                        <a:sym typeface="Calibri"/>
                      </a:endParaRPr>
                    </a:p>
                  </a:txBody>
                  <a:tcPr marT="0" marB="0" marR="68575" marL="68575"/>
                </a:tc>
              </a:tr>
              <a:tr h="254000">
                <a:tc>
                  <a:txBody>
                    <a:bodyPr/>
                    <a:lstStyle/>
                    <a:p>
                      <a:pPr indent="0" lvl="0" marL="0" marR="0" rtl="0" algn="l">
                        <a:lnSpc>
                          <a:spcPct val="100000"/>
                        </a:lnSpc>
                        <a:spcBef>
                          <a:spcPts val="0"/>
                        </a:spcBef>
                        <a:spcAft>
                          <a:spcPts val="0"/>
                        </a:spcAft>
                        <a:buClr>
                          <a:srgbClr val="000000"/>
                        </a:buClr>
                        <a:buSzPts val="2000"/>
                        <a:buFont typeface="Arial"/>
                        <a:buNone/>
                      </a:pPr>
                      <a:r>
                        <a:rPr b="1" i="1" lang="ru-KZ" sz="2000" u="none" cap="none" strike="noStrike">
                          <a:solidFill>
                            <a:schemeClr val="dk2"/>
                          </a:solidFill>
                        </a:rPr>
                        <a:t>Recipient</a:t>
                      </a:r>
                      <a:endParaRPr b="1" i="1" sz="2000" u="none" cap="none" strike="noStrike">
                        <a:solidFill>
                          <a:schemeClr val="dk2"/>
                        </a:solidFill>
                        <a:latin typeface="Calibri"/>
                        <a:ea typeface="Calibri"/>
                        <a:cs typeface="Calibri"/>
                        <a:sym typeface="Calibri"/>
                      </a:endParaRPr>
                    </a:p>
                  </a:txBody>
                  <a:tcPr marT="0" marB="0" marR="68575" marL="68575"/>
                </a:tc>
              </a:tr>
              <a:tr h="254000">
                <a:tc>
                  <a:txBody>
                    <a:bodyPr/>
                    <a:lstStyle/>
                    <a:p>
                      <a:pPr indent="0" lvl="0" marL="0" marR="0" rtl="0" algn="l">
                        <a:lnSpc>
                          <a:spcPct val="100000"/>
                        </a:lnSpc>
                        <a:spcBef>
                          <a:spcPts val="0"/>
                        </a:spcBef>
                        <a:spcAft>
                          <a:spcPts val="0"/>
                        </a:spcAft>
                        <a:buClr>
                          <a:srgbClr val="000000"/>
                        </a:buClr>
                        <a:buSzPts val="2000"/>
                        <a:buFont typeface="Arial"/>
                        <a:buNone/>
                      </a:pPr>
                      <a:r>
                        <a:rPr b="1" i="1" lang="ru-KZ" sz="2000" u="none" cap="none" strike="noStrike">
                          <a:solidFill>
                            <a:schemeClr val="dk2"/>
                          </a:solidFill>
                        </a:rPr>
                        <a:t>Experiencer</a:t>
                      </a:r>
                      <a:endParaRPr b="1" i="1" sz="2000" u="none" cap="none" strike="noStrike">
                        <a:solidFill>
                          <a:schemeClr val="dk2"/>
                        </a:solidFill>
                        <a:latin typeface="Calibri"/>
                        <a:ea typeface="Calibri"/>
                        <a:cs typeface="Calibri"/>
                        <a:sym typeface="Calibri"/>
                      </a:endParaRPr>
                    </a:p>
                  </a:txBody>
                  <a:tcPr marT="0" marB="0" marR="68575" marL="68575"/>
                </a:tc>
              </a:tr>
              <a:tr h="254000">
                <a:tc>
                  <a:txBody>
                    <a:bodyPr/>
                    <a:lstStyle/>
                    <a:p>
                      <a:pPr indent="0" lvl="0" marL="0" marR="0" rtl="0" algn="l">
                        <a:lnSpc>
                          <a:spcPct val="100000"/>
                        </a:lnSpc>
                        <a:spcBef>
                          <a:spcPts val="0"/>
                        </a:spcBef>
                        <a:spcAft>
                          <a:spcPts val="0"/>
                        </a:spcAft>
                        <a:buClr>
                          <a:srgbClr val="000000"/>
                        </a:buClr>
                        <a:buSzPts val="2000"/>
                        <a:buFont typeface="Arial"/>
                        <a:buNone/>
                      </a:pPr>
                      <a:r>
                        <a:rPr b="1" i="1" lang="ru-KZ" sz="2000" u="none" cap="none" strike="noStrike">
                          <a:solidFill>
                            <a:schemeClr val="dk2"/>
                          </a:solidFill>
                        </a:rPr>
                        <a:t>Condition</a:t>
                      </a:r>
                      <a:endParaRPr b="1" i="1" sz="2000" u="none" cap="none" strike="noStrike">
                        <a:solidFill>
                          <a:schemeClr val="dk2"/>
                        </a:solidFill>
                        <a:latin typeface="Calibri"/>
                        <a:ea typeface="Calibri"/>
                        <a:cs typeface="Calibri"/>
                        <a:sym typeface="Calibri"/>
                      </a:endParaRPr>
                    </a:p>
                  </a:txBody>
                  <a:tcPr marT="0" marB="0" marR="68575" marL="68575"/>
                </a:tc>
              </a:tr>
              <a:tr h="254000">
                <a:tc>
                  <a:txBody>
                    <a:bodyPr/>
                    <a:lstStyle/>
                    <a:p>
                      <a:pPr indent="0" lvl="0" marL="0" marR="0" rtl="0" algn="l">
                        <a:lnSpc>
                          <a:spcPct val="100000"/>
                        </a:lnSpc>
                        <a:spcBef>
                          <a:spcPts val="0"/>
                        </a:spcBef>
                        <a:spcAft>
                          <a:spcPts val="0"/>
                        </a:spcAft>
                        <a:buClr>
                          <a:srgbClr val="000000"/>
                        </a:buClr>
                        <a:buSzPts val="2000"/>
                        <a:buFont typeface="Arial"/>
                        <a:buNone/>
                      </a:pPr>
                      <a:r>
                        <a:rPr b="1" i="1" lang="ru-KZ" sz="2000" u="none" cap="none" strike="noStrike">
                          <a:solidFill>
                            <a:schemeClr val="dk2"/>
                          </a:solidFill>
                        </a:rPr>
                        <a:t>Cause|Reason</a:t>
                      </a:r>
                      <a:endParaRPr b="1" i="1" sz="2000" u="none" cap="none" strike="noStrike">
                        <a:solidFill>
                          <a:schemeClr val="dk2"/>
                        </a:solidFill>
                        <a:latin typeface="Calibri"/>
                        <a:ea typeface="Calibri"/>
                        <a:cs typeface="Calibri"/>
                        <a:sym typeface="Calibri"/>
                      </a:endParaRPr>
                    </a:p>
                  </a:txBody>
                  <a:tcPr marT="0" marB="0" marR="68575" marL="68575"/>
                </a:tc>
              </a:tr>
              <a:tr h="254000">
                <a:tc>
                  <a:txBody>
                    <a:bodyPr/>
                    <a:lstStyle/>
                    <a:p>
                      <a:pPr indent="0" lvl="0" marL="0" marR="0" rtl="0" algn="l">
                        <a:lnSpc>
                          <a:spcPct val="100000"/>
                        </a:lnSpc>
                        <a:spcBef>
                          <a:spcPts val="0"/>
                        </a:spcBef>
                        <a:spcAft>
                          <a:spcPts val="0"/>
                        </a:spcAft>
                        <a:buClr>
                          <a:srgbClr val="000000"/>
                        </a:buClr>
                        <a:buSzPts val="2000"/>
                        <a:buFont typeface="Arial"/>
                        <a:buNone/>
                      </a:pPr>
                      <a:r>
                        <a:rPr b="1" i="1" lang="ru-KZ" sz="2000" u="none" cap="none" strike="noStrike">
                          <a:solidFill>
                            <a:schemeClr val="dk2"/>
                          </a:solidFill>
                        </a:rPr>
                        <a:t>Means</a:t>
                      </a:r>
                      <a:endParaRPr b="1" i="1" sz="2000" u="none" cap="none" strike="noStrike">
                        <a:solidFill>
                          <a:schemeClr val="dk2"/>
                        </a:solidFill>
                        <a:latin typeface="Calibri"/>
                        <a:ea typeface="Calibri"/>
                        <a:cs typeface="Calibri"/>
                        <a:sym typeface="Calibri"/>
                      </a:endParaRPr>
                    </a:p>
                  </a:txBody>
                  <a:tcPr marT="0" marB="0" marR="68575" marL="68575"/>
                </a:tc>
              </a:tr>
              <a:tr h="254000">
                <a:tc>
                  <a:txBody>
                    <a:bodyPr/>
                    <a:lstStyle/>
                    <a:p>
                      <a:pPr indent="0" lvl="0" marL="0" marR="0" rtl="0" algn="l">
                        <a:lnSpc>
                          <a:spcPct val="100000"/>
                        </a:lnSpc>
                        <a:spcBef>
                          <a:spcPts val="0"/>
                        </a:spcBef>
                        <a:spcAft>
                          <a:spcPts val="0"/>
                        </a:spcAft>
                        <a:buClr>
                          <a:srgbClr val="000000"/>
                        </a:buClr>
                        <a:buSzPts val="2000"/>
                        <a:buFont typeface="Arial"/>
                        <a:buNone/>
                      </a:pPr>
                      <a:r>
                        <a:rPr b="1" i="1" lang="ru-KZ" sz="2000" u="none" cap="none" strike="noStrike">
                          <a:solidFill>
                            <a:schemeClr val="dk2"/>
                          </a:solidFill>
                        </a:rPr>
                        <a:t>Result</a:t>
                      </a:r>
                      <a:endParaRPr b="1" i="1" sz="2000" u="none" cap="none" strike="noStrike">
                        <a:solidFill>
                          <a:schemeClr val="dk2"/>
                        </a:solidFill>
                        <a:latin typeface="Calibri"/>
                        <a:ea typeface="Calibri"/>
                        <a:cs typeface="Calibri"/>
                        <a:sym typeface="Calibri"/>
                      </a:endParaRPr>
                    </a:p>
                  </a:txBody>
                  <a:tcPr marT="0" marB="0" marR="68575" marL="68575"/>
                </a:tc>
              </a:tr>
              <a:tr h="254000">
                <a:tc>
                  <a:txBody>
                    <a:bodyPr/>
                    <a:lstStyle/>
                    <a:p>
                      <a:pPr indent="0" lvl="0" marL="0" marR="0" rtl="0" algn="l">
                        <a:lnSpc>
                          <a:spcPct val="100000"/>
                        </a:lnSpc>
                        <a:spcBef>
                          <a:spcPts val="0"/>
                        </a:spcBef>
                        <a:spcAft>
                          <a:spcPts val="0"/>
                        </a:spcAft>
                        <a:buClr>
                          <a:srgbClr val="000000"/>
                        </a:buClr>
                        <a:buSzPts val="2000"/>
                        <a:buFont typeface="Arial"/>
                        <a:buNone/>
                      </a:pPr>
                      <a:r>
                        <a:rPr b="1" i="1" lang="ru-KZ" sz="2000" u="none" cap="none" strike="noStrike">
                          <a:solidFill>
                            <a:schemeClr val="dk2"/>
                          </a:solidFill>
                        </a:rPr>
                        <a:t>Time</a:t>
                      </a:r>
                      <a:endParaRPr b="1" i="1" sz="2000" u="none" cap="none" strike="noStrike">
                        <a:solidFill>
                          <a:schemeClr val="dk2"/>
                        </a:solidFill>
                        <a:latin typeface="Calibri"/>
                        <a:ea typeface="Calibri"/>
                        <a:cs typeface="Calibri"/>
                        <a:sym typeface="Calibri"/>
                      </a:endParaRPr>
                    </a:p>
                  </a:txBody>
                  <a:tcPr marT="0" marB="0" marR="68575" marL="68575"/>
                </a:tc>
              </a:tr>
              <a:tr h="254000">
                <a:tc>
                  <a:txBody>
                    <a:bodyPr/>
                    <a:lstStyle/>
                    <a:p>
                      <a:pPr indent="0" lvl="0" marL="0" marR="0" rtl="0" algn="l">
                        <a:lnSpc>
                          <a:spcPct val="100000"/>
                        </a:lnSpc>
                        <a:spcBef>
                          <a:spcPts val="0"/>
                        </a:spcBef>
                        <a:spcAft>
                          <a:spcPts val="0"/>
                        </a:spcAft>
                        <a:buClr>
                          <a:srgbClr val="000000"/>
                        </a:buClr>
                        <a:buSzPts val="2000"/>
                        <a:buFont typeface="Arial"/>
                        <a:buNone/>
                      </a:pPr>
                      <a:r>
                        <a:rPr b="1" i="1" lang="ru-KZ" sz="2000" u="none" cap="none" strike="noStrike">
                          <a:solidFill>
                            <a:schemeClr val="dk2"/>
                          </a:solidFill>
                        </a:rPr>
                        <a:t>Predicate</a:t>
                      </a:r>
                      <a:endParaRPr b="1" i="1" sz="2000" u="none" cap="none" strike="noStrike">
                        <a:solidFill>
                          <a:schemeClr val="dk2"/>
                        </a:solidFill>
                        <a:latin typeface="Calibri"/>
                        <a:ea typeface="Calibri"/>
                        <a:cs typeface="Calibri"/>
                        <a:sym typeface="Calibri"/>
                      </a:endParaRPr>
                    </a:p>
                  </a:txBody>
                  <a:tcPr marT="0" marB="0" marR="68575" marL="68575"/>
                </a:tc>
              </a:tr>
            </a:tbl>
          </a:graphicData>
        </a:graphic>
      </p:graphicFrame>
      <p:sp>
        <p:nvSpPr>
          <p:cNvPr id="336" name="Google Shape;336;p3"/>
          <p:cNvSpPr txBox="1"/>
          <p:nvPr/>
        </p:nvSpPr>
        <p:spPr>
          <a:xfrm>
            <a:off x="5861538" y="2767280"/>
            <a:ext cx="4572000"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ru-KZ" sz="1800" u="none" cap="none" strike="noStrike">
                <a:solidFill>
                  <a:schemeClr val="dk2"/>
                </a:solidFill>
                <a:latin typeface="Calibri"/>
                <a:ea typeface="Calibri"/>
                <a:cs typeface="Calibri"/>
                <a:sym typeface="Calibri"/>
              </a:rPr>
              <a:t>B - is the prefix to the first word.</a:t>
            </a:r>
            <a:endParaRPr b="1" i="1" sz="18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1" lang="ru-KZ" sz="1800" u="none" cap="none" strike="noStrike">
                <a:solidFill>
                  <a:schemeClr val="dk2"/>
                </a:solidFill>
                <a:latin typeface="Calibri"/>
                <a:ea typeface="Calibri"/>
                <a:cs typeface="Calibri"/>
                <a:sym typeface="Calibri"/>
              </a:rPr>
              <a:t>I - is the prefix of the middle word.</a:t>
            </a:r>
            <a:endParaRPr b="1" i="1" sz="18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1" lang="ru-KZ" sz="1800" u="none" cap="none" strike="noStrike">
                <a:solidFill>
                  <a:schemeClr val="dk2"/>
                </a:solidFill>
                <a:latin typeface="Calibri"/>
                <a:ea typeface="Calibri"/>
                <a:cs typeface="Calibri"/>
                <a:sym typeface="Calibri"/>
              </a:rPr>
              <a:t>E - is the prefix to the last word.</a:t>
            </a:r>
            <a:endParaRPr b="1" i="1" sz="18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1" lang="ru-KZ" sz="1800" u="none" cap="none" strike="noStrike">
                <a:solidFill>
                  <a:schemeClr val="dk2"/>
                </a:solidFill>
                <a:latin typeface="Calibri"/>
                <a:ea typeface="Calibri"/>
                <a:cs typeface="Calibri"/>
                <a:sym typeface="Calibri"/>
              </a:rPr>
              <a:t>S - If the tag consists of only one word.</a:t>
            </a:r>
            <a:endParaRPr b="1" i="1" sz="18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1" lang="ru-KZ" sz="1800" u="none" cap="none" strike="noStrike">
                <a:solidFill>
                  <a:schemeClr val="dk2"/>
                </a:solidFill>
                <a:latin typeface="Calibri"/>
                <a:ea typeface="Calibri"/>
                <a:cs typeface="Calibri"/>
                <a:sym typeface="Calibri"/>
              </a:rPr>
              <a:t>O - in the absence of meaning.</a:t>
            </a:r>
            <a:endParaRPr b="0" i="0" sz="1400" u="none" cap="none" strike="noStrike">
              <a:solidFill>
                <a:srgbClr val="000000"/>
              </a:solidFill>
              <a:latin typeface="Arial"/>
              <a:ea typeface="Arial"/>
              <a:cs typeface="Arial"/>
              <a:sym typeface="Arial"/>
            </a:endParaRPr>
          </a:p>
        </p:txBody>
      </p:sp>
      <p:sp>
        <p:nvSpPr>
          <p:cNvPr id="337" name="Google Shape;337;p3"/>
          <p:cNvSpPr txBox="1"/>
          <p:nvPr/>
        </p:nvSpPr>
        <p:spPr>
          <a:xfrm>
            <a:off x="4524534" y="2644170"/>
            <a:ext cx="96241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600"/>
              <a:buFont typeface="Arial"/>
              <a:buNone/>
            </a:pPr>
            <a:r>
              <a:rPr b="1" i="1" lang="ru-KZ" sz="9600" u="none" cap="none" strike="noStrike">
                <a:solidFill>
                  <a:schemeClr val="dk2"/>
                </a:solidFill>
                <a:latin typeface="Calibri"/>
                <a:ea typeface="Calibri"/>
                <a:cs typeface="Calibri"/>
                <a:sym typeface="Calibri"/>
              </a:rPr>
              <a:t>+</a:t>
            </a:r>
            <a:endParaRPr b="1" i="1" sz="1600" u="none" cap="none" strike="noStrike">
              <a:solidFill>
                <a:schemeClr val="dk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cd7c830c60_0_10"/>
          <p:cNvSpPr txBox="1"/>
          <p:nvPr/>
        </p:nvSpPr>
        <p:spPr>
          <a:xfrm>
            <a:off x="960475" y="763000"/>
            <a:ext cx="5286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KZ" sz="1100">
                <a:solidFill>
                  <a:schemeClr val="dk1"/>
                </a:solidFill>
              </a:rPr>
              <a:t>Патенты/сертификаты/акты внедрения / публикации (СПИСОК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1a42daebaef_0_677"/>
          <p:cNvSpPr txBox="1"/>
          <p:nvPr/>
        </p:nvSpPr>
        <p:spPr>
          <a:xfrm>
            <a:off x="368975" y="1717375"/>
            <a:ext cx="10961400" cy="1108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ru-KZ" sz="2000" u="none" cap="none" strike="noStrike">
                <a:solidFill>
                  <a:schemeClr val="dk1"/>
                </a:solidFill>
                <a:latin typeface="Quattrocento Sans"/>
                <a:ea typeface="Quattrocento Sans"/>
                <a:cs typeface="Quattrocento Sans"/>
                <a:sym typeface="Quattrocento Sans"/>
              </a:rPr>
              <a:t>The resulting data is based on understanding the meaning of a sentence; accordingly, the model can be widely used in other areas as well. In particular, it can be widely used in linguistics, data sorting, creating artificial assistants, extracting the main idea from text and in business models. </a:t>
            </a:r>
            <a:endParaRPr b="0" i="0" sz="1400" u="none" cap="none" strike="noStrike">
              <a:solidFill>
                <a:srgbClr val="000000"/>
              </a:solidFill>
              <a:latin typeface="Quattrocento Sans"/>
              <a:ea typeface="Quattrocento Sans"/>
              <a:cs typeface="Quattrocento Sans"/>
              <a:sym typeface="Quattrocento Sans"/>
            </a:endParaRPr>
          </a:p>
        </p:txBody>
      </p:sp>
      <p:sp>
        <p:nvSpPr>
          <p:cNvPr id="350" name="Google Shape;350;g1a42daebaef_0_677"/>
          <p:cNvSpPr txBox="1"/>
          <p:nvPr/>
        </p:nvSpPr>
        <p:spPr>
          <a:xfrm>
            <a:off x="1360250" y="2964750"/>
            <a:ext cx="10027800" cy="1108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2000"/>
              <a:buFont typeface="Arial"/>
              <a:buNone/>
            </a:pPr>
            <a:r>
              <a:rPr b="0" i="0" lang="ru-KZ" sz="2000" u="none" cap="none" strike="noStrike">
                <a:solidFill>
                  <a:schemeClr val="dk1"/>
                </a:solidFill>
                <a:latin typeface="Quattrocento Sans"/>
                <a:ea typeface="Quattrocento Sans"/>
                <a:cs typeface="Quattrocento Sans"/>
                <a:sym typeface="Quattrocento Sans"/>
              </a:rPr>
              <a:t>The results show that our model is competitive. Moreover, evaluations show that this model is capable of identifying complex labels, such as words appearing within a named object and names of different objects with a small training dataset</a:t>
            </a:r>
            <a:endParaRPr b="0" i="0" sz="1400" u="none" cap="none" strike="noStrike">
              <a:solidFill>
                <a:srgbClr val="000000"/>
              </a:solidFill>
              <a:latin typeface="Quattrocento Sans"/>
              <a:ea typeface="Quattrocento Sans"/>
              <a:cs typeface="Quattrocento Sans"/>
              <a:sym typeface="Quattrocento Sans"/>
            </a:endParaRPr>
          </a:p>
        </p:txBody>
      </p:sp>
      <p:sp>
        <p:nvSpPr>
          <p:cNvPr id="351" name="Google Shape;351;g1a42daebaef_0_677"/>
          <p:cNvSpPr txBox="1"/>
          <p:nvPr/>
        </p:nvSpPr>
        <p:spPr>
          <a:xfrm>
            <a:off x="304800" y="304800"/>
            <a:ext cx="30000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1" i="0" lang="ru-KZ" sz="3800" u="none" cap="none" strike="noStrike">
                <a:solidFill>
                  <a:schemeClr val="dk1"/>
                </a:solidFill>
                <a:latin typeface="Quattrocento Sans"/>
                <a:ea typeface="Quattrocento Sans"/>
                <a:cs typeface="Quattrocento Sans"/>
                <a:sym typeface="Quattrocento Sans"/>
              </a:rPr>
              <a:t>Conclusion</a:t>
            </a:r>
            <a:endParaRPr b="0" i="0" sz="2000" u="none" cap="none" strike="noStrike">
              <a:solidFill>
                <a:srgbClr val="000000"/>
              </a:solidFill>
              <a:latin typeface="Quattrocento Sans"/>
              <a:ea typeface="Quattrocento Sans"/>
              <a:cs typeface="Quattrocento Sans"/>
              <a:sym typeface="Quattrocento Sans"/>
            </a:endParaRPr>
          </a:p>
        </p:txBody>
      </p:sp>
    </p:spTree>
  </p:cSld>
  <p:clrMapOvr>
    <a:masterClrMapping/>
  </p:clrMapOvr>
</p:sld>
</file>

<file path=ppt/theme/theme1.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ntents Slide Master">
  <a:themeElements>
    <a:clrScheme name="ALLPPT-COLOR-A37">
      <a:dk1>
        <a:srgbClr val="000000"/>
      </a:dk1>
      <a:lt1>
        <a:srgbClr val="FFFFFF"/>
      </a:lt1>
      <a:dk2>
        <a:srgbClr val="1F497D"/>
      </a:dk2>
      <a:lt2>
        <a:srgbClr val="EEECE1"/>
      </a:lt2>
      <a:accent1>
        <a:srgbClr val="F5B317"/>
      </a:accent1>
      <a:accent2>
        <a:srgbClr val="A2D368"/>
      </a:accent2>
      <a:accent3>
        <a:srgbClr val="3ED4B7"/>
      </a:accent3>
      <a:accent4>
        <a:srgbClr val="0684BF"/>
      </a:accent4>
      <a:accent5>
        <a:srgbClr val="57687C"/>
      </a:accent5>
      <a:accent6>
        <a:srgbClr val="CBCBCB"/>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2022-08-30T02:23:38Z</dcterms:created>
  <dc:creator>Nurgali</dc:creator>
</cp:coreProperties>
</file>